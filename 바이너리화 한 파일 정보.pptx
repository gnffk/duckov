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36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5B118B-A4F9-6D20-8D00-DC16200599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2C9F135-7632-0C24-0B04-F342BA8EAB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091DB8-453F-150C-02DD-BF7FDE291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2E156-3D9B-46D1-8B16-923D6BE61352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7C08E8-9EAF-2952-6D2E-4587FE8FE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2754FE-7799-DBED-E10E-1414C637B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4494B-E801-430E-871C-D43B092479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1135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AE2F89-4321-6444-477C-1070AA289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1062B8-E410-D1F7-BAC4-B8F26CE16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AF237D-951A-9C2B-86DB-388A75E4D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2E156-3D9B-46D1-8B16-923D6BE61352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4CAE20-3D3C-106A-58E3-46812DCC4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B9D878-19E2-9116-68E8-E00955906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4494B-E801-430E-871C-D43B092479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7081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59164F-91E3-6053-68C4-F26991B31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5EF0DFD-A417-20F7-0D38-D3530E424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763C16-3AD2-E505-83F4-8394E9F8B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2E156-3D9B-46D1-8B16-923D6BE61352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BD8B93-AD1A-EDB0-58BA-A50BDDA7D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8060C2-A38B-57E8-E325-A03151FA4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4494B-E801-430E-871C-D43B092479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0432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F257A4-85F6-0F05-C7E5-F61023E0E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989CE0-D0F0-1A88-54E5-8A21A27349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12CB98F-691E-F447-8AD5-A20677C21C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09D5EB7-98AE-44BE-20B6-648A0CA49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2E156-3D9B-46D1-8B16-923D6BE61352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BE1CDD6-0DC6-2F54-9CCB-F6E62577E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A1E37C5-A759-A3F8-632E-4BE866382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4494B-E801-430E-871C-D43B092479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9743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FC27CC-F78B-DE1D-FA82-23763AD16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2616B0E-32DF-C9C2-51A0-5C60C79B6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E852D6F-2811-3644-DA52-5629AFC2AA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4CED34F-0FA4-5E94-BF9B-F4A1FA6987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75A4411-9E40-8FE0-F208-CDB96379A0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342765F-B789-C735-3F52-5BB62C95D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2E156-3D9B-46D1-8B16-923D6BE61352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25DC631-725A-E312-30E3-4744FEF0E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AC5134E-46A3-9E42-F4AA-E2FD9DEB6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4494B-E801-430E-871C-D43B092479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84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93A6D-B753-3BE0-44D2-103015AB4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03C6A54-6FC6-7AA0-7521-A2A5DEDC8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2E156-3D9B-46D1-8B16-923D6BE61352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DCA13B5-4ED4-76D1-5F76-63595860E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03298F1-BA5B-6E70-090B-60FB0E29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4494B-E801-430E-871C-D43B092479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18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22289D1-A7D0-90A6-B275-86DBAE215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2E156-3D9B-46D1-8B16-923D6BE61352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168A6AA-8752-5F94-127A-29A981C6D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A9F6C6-3F57-526E-606C-562573751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4494B-E801-430E-871C-D43B092479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720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65F792-0DC3-217B-CC9B-4C1F72A9B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767E90-2E91-86C6-54AC-78E359530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DDD978D-E240-1152-4EF1-EB5560F965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B229CB8-43A6-1C69-CD65-8F81877A9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2E156-3D9B-46D1-8B16-923D6BE61352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5125163-E757-08B3-1A68-621611A30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3AC3D1B-4AB3-48F8-DCD2-D080E6E44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4494B-E801-430E-871C-D43B092479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5515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976A64-AA4C-8CE3-2790-41FAAD8A4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004FF1D-F901-5BEB-9CEE-D9055467A4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ED1658F-ADC4-3C12-C4FF-57506263A7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DEF0748-5520-CF79-45B6-5AEB7BD35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2E156-3D9B-46D1-8B16-923D6BE61352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6C20E40-11CF-F3D8-CE00-8FDA20D5A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14C6F4B-BC1B-6323-956A-283A44F3B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4494B-E801-430E-871C-D43B092479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7265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CDA539-B455-1461-87FA-0DC006C41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4D24B0D-36C1-B239-5394-5AD98A1C5F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C32494-6B8A-FF00-2CA4-D18F3C561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2E156-3D9B-46D1-8B16-923D6BE61352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DE5B2B-8756-C729-FE68-114F62519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B2BE7D-D4F5-FEB6-260B-99CB220DD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4494B-E801-430E-871C-D43B092479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766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2101506-F668-0578-D305-4208C5EBF2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2ADDB86-B0AB-1BFA-31D7-36B2B50AC8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AC4094-85F8-BB19-1476-E3DD5C3AB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2E156-3D9B-46D1-8B16-923D6BE61352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73AB10-60D3-02DA-4BF0-5E0A36A4C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BA3A7F-E965-4C0D-8C7D-98E6AD256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4494B-E801-430E-871C-D43B092479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4035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49742E1-7756-C018-5202-D8FA9BC2B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CF6C771-A966-7BDA-FAF4-2BDE37090C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7ADE8B-6F47-D86F-8A3A-91B70DF107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B2E156-3D9B-46D1-8B16-923D6BE61352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0A43F9-8F4F-4911-0ED6-A3B7C6C8AD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359E3E-8D87-8D4B-2C6E-E12861AA07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74494B-E801-430E-871C-D43B092479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5066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8876E056-9F19-05FD-DDD6-EBF645649398}"/>
              </a:ext>
            </a:extLst>
          </p:cNvPr>
          <p:cNvSpPr/>
          <p:nvPr/>
        </p:nvSpPr>
        <p:spPr>
          <a:xfrm>
            <a:off x="4445392" y="647124"/>
            <a:ext cx="7315198" cy="5767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>
                <a:solidFill>
                  <a:schemeClr val="tx1"/>
                </a:solidFill>
              </a:rPr>
              <a:t>Model Binary : Non Anim</a:t>
            </a:r>
            <a:endParaRPr lang="ko-KR" altLang="en-US" sz="3200" b="1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4514ABD-818A-F854-7B9F-C91B0AA91498}"/>
              </a:ext>
            </a:extLst>
          </p:cNvPr>
          <p:cNvSpPr/>
          <p:nvPr/>
        </p:nvSpPr>
        <p:spPr>
          <a:xfrm>
            <a:off x="4445392" y="2096621"/>
            <a:ext cx="2638802" cy="5767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>
                <a:solidFill>
                  <a:schemeClr val="tx1"/>
                </a:solidFill>
              </a:rPr>
              <a:t>Mesh</a:t>
            </a:r>
            <a:endParaRPr lang="ko-KR" altLang="en-US" sz="3200" b="1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2AED64E-3EAB-DDFD-EDE5-A9D84F63F411}"/>
              </a:ext>
            </a:extLst>
          </p:cNvPr>
          <p:cNvSpPr/>
          <p:nvPr/>
        </p:nvSpPr>
        <p:spPr>
          <a:xfrm>
            <a:off x="4445392" y="1223898"/>
            <a:ext cx="7315199" cy="5767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tx1"/>
                </a:solidFill>
              </a:rPr>
              <a:t>Header : FILEHEADERTYPE::FILEHEADER_MODEL</a:t>
            </a:r>
            <a:endParaRPr lang="ko-KR" altLang="en-US" sz="2400" dirty="0">
              <a:solidFill>
                <a:schemeClr val="tx1"/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E4B182AA-CF59-A7AD-0C5A-4A979F1A1E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42" y="1180627"/>
            <a:ext cx="3826412" cy="1788717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49B84C5E-49F9-380B-0BEC-D219280FF800}"/>
              </a:ext>
            </a:extLst>
          </p:cNvPr>
          <p:cNvSpPr/>
          <p:nvPr/>
        </p:nvSpPr>
        <p:spPr>
          <a:xfrm>
            <a:off x="8977410" y="2096621"/>
            <a:ext cx="2783180" cy="5767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>
                <a:solidFill>
                  <a:schemeClr val="tx1"/>
                </a:solidFill>
              </a:rPr>
              <a:t>Material</a:t>
            </a:r>
            <a:endParaRPr lang="ko-KR" altLang="en-US" sz="3200" b="1" dirty="0">
              <a:solidFill>
                <a:schemeClr val="tx1"/>
              </a:solidFill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9C9DC8CB-9AFB-9554-F164-FBBC6A89623E}"/>
              </a:ext>
            </a:extLst>
          </p:cNvPr>
          <p:cNvCxnSpPr>
            <a:endCxn id="6" idx="0"/>
          </p:cNvCxnSpPr>
          <p:nvPr/>
        </p:nvCxnSpPr>
        <p:spPr>
          <a:xfrm flipH="1">
            <a:off x="5764793" y="1800672"/>
            <a:ext cx="48866" cy="2959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FD7549B9-49E7-47D9-5C18-567DF7413067}"/>
              </a:ext>
            </a:extLst>
          </p:cNvPr>
          <p:cNvCxnSpPr/>
          <p:nvPr/>
        </p:nvCxnSpPr>
        <p:spPr>
          <a:xfrm>
            <a:off x="10481912" y="1800672"/>
            <a:ext cx="0" cy="2959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A78EBF5-A679-BFFE-7CDC-3841FF6DCA04}"/>
              </a:ext>
            </a:extLst>
          </p:cNvPr>
          <p:cNvSpPr txBox="1"/>
          <p:nvPr/>
        </p:nvSpPr>
        <p:spPr>
          <a:xfrm>
            <a:off x="4205615" y="3366447"/>
            <a:ext cx="77947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각</a:t>
            </a:r>
            <a:r>
              <a:rPr lang="en-US" altLang="ko-KR" dirty="0"/>
              <a:t> </a:t>
            </a:r>
            <a:r>
              <a:rPr lang="ko-KR" altLang="en-US" dirty="0"/>
              <a:t>헤더 타입 마다 </a:t>
            </a:r>
            <a:r>
              <a:rPr lang="en-US" altLang="ko-KR" dirty="0"/>
              <a:t>CHUNCKTYPE</a:t>
            </a:r>
            <a:r>
              <a:rPr lang="ko-KR" altLang="en-US" dirty="0"/>
              <a:t>을 넣어줘야 한다</a:t>
            </a:r>
            <a:r>
              <a:rPr lang="en-US" altLang="ko-KR" dirty="0"/>
              <a:t>.</a:t>
            </a:r>
            <a:endParaRPr lang="ko-KR" altLang="en-US" dirty="0"/>
          </a:p>
          <a:p>
            <a:pPr algn="ctr"/>
            <a:endParaRPr lang="ko-KR" altLang="en-US" dirty="0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BC2FEA9F-3305-1EEF-979B-5FC89E6091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1" y="593703"/>
            <a:ext cx="3938954" cy="434820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0BE1DE35-55D9-A7FC-97D1-078D4A25DB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5615" y="2925998"/>
            <a:ext cx="7794752" cy="242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905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그룹 28">
            <a:extLst>
              <a:ext uri="{FF2B5EF4-FFF2-40B4-BE49-F238E27FC236}">
                <a16:creationId xmlns:a16="http://schemas.microsoft.com/office/drawing/2014/main" id="{8C462B77-CBFC-247D-D1D4-F67EA2B06DFB}"/>
              </a:ext>
            </a:extLst>
          </p:cNvPr>
          <p:cNvGrpSpPr/>
          <p:nvPr/>
        </p:nvGrpSpPr>
        <p:grpSpPr>
          <a:xfrm>
            <a:off x="198456" y="284696"/>
            <a:ext cx="7287805" cy="3370528"/>
            <a:chOff x="1057298" y="335198"/>
            <a:chExt cx="9206317" cy="4263452"/>
          </a:xfrm>
        </p:grpSpPr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68B8226C-A9CB-FFC0-1839-9387B481E877}"/>
                </a:ext>
              </a:extLst>
            </p:cNvPr>
            <p:cNvGrpSpPr/>
            <p:nvPr/>
          </p:nvGrpSpPr>
          <p:grpSpPr>
            <a:xfrm>
              <a:off x="1057298" y="923087"/>
              <a:ext cx="9206317" cy="576774"/>
              <a:chOff x="1057298" y="923087"/>
              <a:chExt cx="9206317" cy="576774"/>
            </a:xfrm>
          </p:grpSpPr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555C7FA7-CC20-F5F4-F5B7-377916B656E8}"/>
                  </a:ext>
                </a:extLst>
              </p:cNvPr>
              <p:cNvSpPr/>
              <p:nvPr/>
            </p:nvSpPr>
            <p:spPr>
              <a:xfrm>
                <a:off x="1057298" y="923087"/>
                <a:ext cx="7518811" cy="57677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dirty="0">
                    <a:solidFill>
                      <a:schemeClr val="tx1"/>
                    </a:solidFill>
                  </a:rPr>
                  <a:t>Header : CHUNCKTYPE::CHUNCK_MESH</a:t>
                </a:r>
                <a:endParaRPr lang="ko-KR" altLang="en-US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DFC1A80D-21B8-2F11-8054-4F2CEB778F6E}"/>
                  </a:ext>
                </a:extLst>
              </p:cNvPr>
              <p:cNvSpPr/>
              <p:nvPr/>
            </p:nvSpPr>
            <p:spPr>
              <a:xfrm>
                <a:off x="8576109" y="923087"/>
                <a:ext cx="1687506" cy="57677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dirty="0">
                    <a:solidFill>
                      <a:schemeClr val="tx1"/>
                    </a:solidFill>
                  </a:rPr>
                  <a:t>uint32_t</a:t>
                </a:r>
                <a:endParaRPr lang="ko-KR" altLang="en-US" sz="16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B8DA5C09-6144-BE7F-55B3-B44919502FE6}"/>
                </a:ext>
              </a:extLst>
            </p:cNvPr>
            <p:cNvGrpSpPr/>
            <p:nvPr/>
          </p:nvGrpSpPr>
          <p:grpSpPr>
            <a:xfrm>
              <a:off x="1057298" y="335198"/>
              <a:ext cx="9206317" cy="587889"/>
              <a:chOff x="1057298" y="335198"/>
              <a:chExt cx="9206317" cy="587889"/>
            </a:xfrm>
          </p:grpSpPr>
          <p:sp>
            <p:nvSpPr>
              <p:cNvPr id="4" name="직사각형 3">
                <a:extLst>
                  <a:ext uri="{FF2B5EF4-FFF2-40B4-BE49-F238E27FC236}">
                    <a16:creationId xmlns:a16="http://schemas.microsoft.com/office/drawing/2014/main" id="{20FF8738-F9D3-8DC0-D60E-928E16CA308E}"/>
                  </a:ext>
                </a:extLst>
              </p:cNvPr>
              <p:cNvSpPr/>
              <p:nvPr/>
            </p:nvSpPr>
            <p:spPr>
              <a:xfrm>
                <a:off x="1057298" y="335198"/>
                <a:ext cx="7518811" cy="57677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2000" b="1" dirty="0">
                    <a:solidFill>
                      <a:schemeClr val="tx1"/>
                    </a:solidFill>
                  </a:rPr>
                  <a:t>Mesh : Non Anim</a:t>
                </a:r>
                <a:endParaRPr lang="ko-KR" altLang="en-US" sz="20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D817859C-A418-89E7-2853-5DB7EFA8EA9F}"/>
                  </a:ext>
                </a:extLst>
              </p:cNvPr>
              <p:cNvSpPr/>
              <p:nvPr/>
            </p:nvSpPr>
            <p:spPr>
              <a:xfrm>
                <a:off x="8576110" y="346313"/>
                <a:ext cx="1687505" cy="57677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b="1" dirty="0">
                    <a:solidFill>
                      <a:schemeClr val="tx1"/>
                    </a:solidFill>
                  </a:rPr>
                  <a:t>TYPE</a:t>
                </a:r>
                <a:endParaRPr lang="ko-KR" altLang="en-US" sz="1400" b="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EB4848E2-E011-4AB8-2862-C1324BF2C740}"/>
                </a:ext>
              </a:extLst>
            </p:cNvPr>
            <p:cNvGrpSpPr/>
            <p:nvPr/>
          </p:nvGrpSpPr>
          <p:grpSpPr>
            <a:xfrm>
              <a:off x="1057298" y="1510976"/>
              <a:ext cx="9206317" cy="576774"/>
              <a:chOff x="1057298" y="923087"/>
              <a:chExt cx="9206317" cy="576774"/>
            </a:xfrm>
          </p:grpSpPr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59CC81DD-4D40-3164-B4F5-7971AADD4C7A}"/>
                  </a:ext>
                </a:extLst>
              </p:cNvPr>
              <p:cNvSpPr/>
              <p:nvPr/>
            </p:nvSpPr>
            <p:spPr>
              <a:xfrm>
                <a:off x="1057298" y="923087"/>
                <a:ext cx="7518811" cy="57677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dirty="0">
                    <a:solidFill>
                      <a:schemeClr val="tx1"/>
                    </a:solidFill>
                  </a:rPr>
                  <a:t>Data : Mesh Count</a:t>
                </a:r>
                <a:endParaRPr lang="ko-KR" altLang="en-US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38EBE114-519E-288F-0BDD-BD9AFD14F340}"/>
                  </a:ext>
                </a:extLst>
              </p:cNvPr>
              <p:cNvSpPr/>
              <p:nvPr/>
            </p:nvSpPr>
            <p:spPr>
              <a:xfrm>
                <a:off x="8576109" y="923087"/>
                <a:ext cx="1687506" cy="57677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dirty="0">
                    <a:solidFill>
                      <a:schemeClr val="tx1"/>
                    </a:solidFill>
                  </a:rPr>
                  <a:t>uint32_t</a:t>
                </a:r>
                <a:endParaRPr lang="ko-KR" altLang="en-US" sz="1600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19246D3E-7107-BA6A-D939-BD3D65235EAF}"/>
                </a:ext>
              </a:extLst>
            </p:cNvPr>
            <p:cNvCxnSpPr>
              <a:cxnSpLocks/>
              <a:stCxn id="14" idx="2"/>
            </p:cNvCxnSpPr>
            <p:nvPr/>
          </p:nvCxnSpPr>
          <p:spPr>
            <a:xfrm flipH="1">
              <a:off x="4816703" y="2087750"/>
              <a:ext cx="1" cy="78057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90AA415-4951-C2FB-788A-7E2E5685CA4C}"/>
                </a:ext>
              </a:extLst>
            </p:cNvPr>
            <p:cNvSpPr txBox="1"/>
            <p:nvPr/>
          </p:nvSpPr>
          <p:spPr>
            <a:xfrm>
              <a:off x="5091762" y="2261937"/>
              <a:ext cx="4080301" cy="4671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LOOP DATA : Mesh Count</a:t>
              </a:r>
              <a:endParaRPr lang="ko-KR" altLang="en-US" dirty="0"/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E1CD63B8-1E34-36D4-E757-B55DBBB29B31}"/>
                </a:ext>
              </a:extLst>
            </p:cNvPr>
            <p:cNvGrpSpPr/>
            <p:nvPr/>
          </p:nvGrpSpPr>
          <p:grpSpPr>
            <a:xfrm>
              <a:off x="1057298" y="2868328"/>
              <a:ext cx="9206317" cy="576774"/>
              <a:chOff x="1057298" y="923087"/>
              <a:chExt cx="9206317" cy="576774"/>
            </a:xfrm>
          </p:grpSpPr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1D59F49B-44C8-17E7-12CE-B3EA38492CCB}"/>
                  </a:ext>
                </a:extLst>
              </p:cNvPr>
              <p:cNvSpPr/>
              <p:nvPr/>
            </p:nvSpPr>
            <p:spPr>
              <a:xfrm>
                <a:off x="1057298" y="923087"/>
                <a:ext cx="7518811" cy="57677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dirty="0">
                    <a:solidFill>
                      <a:schemeClr val="tx1"/>
                    </a:solidFill>
                  </a:rPr>
                  <a:t>Data : Material Index</a:t>
                </a:r>
                <a:endParaRPr lang="ko-KR" altLang="en-US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638FDCA1-A876-784E-7E22-A22526D487F4}"/>
                  </a:ext>
                </a:extLst>
              </p:cNvPr>
              <p:cNvSpPr/>
              <p:nvPr/>
            </p:nvSpPr>
            <p:spPr>
              <a:xfrm>
                <a:off x="8576109" y="923087"/>
                <a:ext cx="1687506" cy="57677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dirty="0">
                    <a:solidFill>
                      <a:schemeClr val="tx1"/>
                    </a:solidFill>
                  </a:rPr>
                  <a:t>uint32_t</a:t>
                </a:r>
                <a:endParaRPr lang="ko-KR" altLang="en-US" sz="16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FF928700-486E-3A62-DF66-1095EFCB78A6}"/>
                </a:ext>
              </a:extLst>
            </p:cNvPr>
            <p:cNvGrpSpPr/>
            <p:nvPr/>
          </p:nvGrpSpPr>
          <p:grpSpPr>
            <a:xfrm>
              <a:off x="1057298" y="3445102"/>
              <a:ext cx="9206317" cy="576774"/>
              <a:chOff x="1057298" y="923087"/>
              <a:chExt cx="9206317" cy="576774"/>
            </a:xfrm>
          </p:grpSpPr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FFF1D67C-11E7-8377-458C-171E775F1D5A}"/>
                  </a:ext>
                </a:extLst>
              </p:cNvPr>
              <p:cNvSpPr/>
              <p:nvPr/>
            </p:nvSpPr>
            <p:spPr>
              <a:xfrm>
                <a:off x="1057298" y="923087"/>
                <a:ext cx="7518811" cy="57677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dirty="0">
                    <a:solidFill>
                      <a:schemeClr val="tx1"/>
                    </a:solidFill>
                  </a:rPr>
                  <a:t>Data : vertexes Count</a:t>
                </a:r>
                <a:endParaRPr lang="ko-KR" altLang="en-US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5C8554E7-DD21-0BB0-0899-A1ED9F7C77A1}"/>
                  </a:ext>
                </a:extLst>
              </p:cNvPr>
              <p:cNvSpPr/>
              <p:nvPr/>
            </p:nvSpPr>
            <p:spPr>
              <a:xfrm>
                <a:off x="8576109" y="923087"/>
                <a:ext cx="1687506" cy="57677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dirty="0">
                    <a:solidFill>
                      <a:schemeClr val="tx1"/>
                    </a:solidFill>
                  </a:rPr>
                  <a:t>uint32_t</a:t>
                </a:r>
                <a:endParaRPr lang="ko-KR" altLang="en-US" sz="16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AA8B2342-C0C8-7B10-A1F7-C0CEF0F9A756}"/>
                </a:ext>
              </a:extLst>
            </p:cNvPr>
            <p:cNvGrpSpPr/>
            <p:nvPr/>
          </p:nvGrpSpPr>
          <p:grpSpPr>
            <a:xfrm>
              <a:off x="1057298" y="4021876"/>
              <a:ext cx="9206317" cy="576774"/>
              <a:chOff x="1057298" y="923087"/>
              <a:chExt cx="9206317" cy="576774"/>
            </a:xfrm>
          </p:grpSpPr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E8DBEAD3-C300-FCC6-D48A-0B599E3B7B90}"/>
                  </a:ext>
                </a:extLst>
              </p:cNvPr>
              <p:cNvSpPr/>
              <p:nvPr/>
            </p:nvSpPr>
            <p:spPr>
              <a:xfrm>
                <a:off x="1057298" y="923087"/>
                <a:ext cx="7518811" cy="57677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dirty="0">
                    <a:solidFill>
                      <a:schemeClr val="tx1"/>
                    </a:solidFill>
                  </a:rPr>
                  <a:t>Data : Index Count</a:t>
                </a:r>
                <a:endParaRPr lang="ko-KR" altLang="en-US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6B7E9DB9-2834-3CA0-F844-F9112827E804}"/>
                  </a:ext>
                </a:extLst>
              </p:cNvPr>
              <p:cNvSpPr/>
              <p:nvPr/>
            </p:nvSpPr>
            <p:spPr>
              <a:xfrm>
                <a:off x="8576109" y="923087"/>
                <a:ext cx="1687506" cy="57677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dirty="0">
                    <a:solidFill>
                      <a:schemeClr val="tx1"/>
                    </a:solidFill>
                  </a:rPr>
                  <a:t>uint32_t</a:t>
                </a:r>
                <a:endParaRPr lang="ko-KR" altLang="en-US" sz="1600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B64CC535-DBB1-0CB8-FE85-8B3BF7C24CE8}"/>
              </a:ext>
            </a:extLst>
          </p:cNvPr>
          <p:cNvGrpSpPr/>
          <p:nvPr/>
        </p:nvGrpSpPr>
        <p:grpSpPr>
          <a:xfrm>
            <a:off x="198455" y="3655222"/>
            <a:ext cx="7287805" cy="455977"/>
            <a:chOff x="1057297" y="3705724"/>
            <a:chExt cx="7287805" cy="455977"/>
          </a:xfrm>
        </p:grpSpPr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7186A3BA-D136-8642-4A5B-0A26DF6660E7}"/>
                </a:ext>
              </a:extLst>
            </p:cNvPr>
            <p:cNvSpPr/>
            <p:nvPr/>
          </p:nvSpPr>
          <p:spPr>
            <a:xfrm>
              <a:off x="1057297" y="3705725"/>
              <a:ext cx="5951960" cy="45597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Data : vertexes data &lt;vector&gt;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71A79A98-326C-9BC1-3736-888581A4720F}"/>
                </a:ext>
              </a:extLst>
            </p:cNvPr>
            <p:cNvSpPr/>
            <p:nvPr/>
          </p:nvSpPr>
          <p:spPr>
            <a:xfrm>
              <a:off x="7009257" y="3705724"/>
              <a:ext cx="1335845" cy="45597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VTXMESH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931EF56A-52E1-0274-A9C4-3C3B020170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55" y="4778797"/>
            <a:ext cx="7321960" cy="1612378"/>
          </a:xfrm>
          <a:prstGeom prst="rect">
            <a:avLst/>
          </a:prstGeom>
        </p:spPr>
      </p:pic>
      <p:grpSp>
        <p:nvGrpSpPr>
          <p:cNvPr id="36" name="그룹 35">
            <a:extLst>
              <a:ext uri="{FF2B5EF4-FFF2-40B4-BE49-F238E27FC236}">
                <a16:creationId xmlns:a16="http://schemas.microsoft.com/office/drawing/2014/main" id="{DA522E80-B13E-6E27-F904-D2595220284D}"/>
              </a:ext>
            </a:extLst>
          </p:cNvPr>
          <p:cNvGrpSpPr/>
          <p:nvPr/>
        </p:nvGrpSpPr>
        <p:grpSpPr>
          <a:xfrm>
            <a:off x="198455" y="4111195"/>
            <a:ext cx="7287805" cy="455977"/>
            <a:chOff x="1057297" y="3705724"/>
            <a:chExt cx="7287805" cy="455977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F5BBA4EA-0E30-BA0C-4AA6-7DF941848CDA}"/>
                </a:ext>
              </a:extLst>
            </p:cNvPr>
            <p:cNvSpPr/>
            <p:nvPr/>
          </p:nvSpPr>
          <p:spPr>
            <a:xfrm>
              <a:off x="1057297" y="3705725"/>
              <a:ext cx="5951960" cy="45597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Data : indices data &lt;vector&gt;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379AD182-A52B-5972-ADCA-206E53D0DF02}"/>
                </a:ext>
              </a:extLst>
            </p:cNvPr>
            <p:cNvSpPr/>
            <p:nvPr/>
          </p:nvSpPr>
          <p:spPr>
            <a:xfrm>
              <a:off x="7009257" y="3705724"/>
              <a:ext cx="1335845" cy="45597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uint32_t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40" name="그림 39">
            <a:extLst>
              <a:ext uri="{FF2B5EF4-FFF2-40B4-BE49-F238E27FC236}">
                <a16:creationId xmlns:a16="http://schemas.microsoft.com/office/drawing/2014/main" id="{1CB2D1BF-321E-9481-9C86-97E693B8A5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8555" y="293483"/>
            <a:ext cx="4593445" cy="2069679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927C9E50-6B32-7063-95DA-7D54994F70A9}"/>
              </a:ext>
            </a:extLst>
          </p:cNvPr>
          <p:cNvSpPr txBox="1"/>
          <p:nvPr/>
        </p:nvSpPr>
        <p:spPr>
          <a:xfrm>
            <a:off x="7709210" y="2515283"/>
            <a:ext cx="4177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VTXMESH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3351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E248E-A9AB-28D1-CFB5-E028E46DC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>
            <a:extLst>
              <a:ext uri="{FF2B5EF4-FFF2-40B4-BE49-F238E27FC236}">
                <a16:creationId xmlns:a16="http://schemas.microsoft.com/office/drawing/2014/main" id="{5B1B44CD-5121-6CAF-E52C-456CA1DA334C}"/>
              </a:ext>
            </a:extLst>
          </p:cNvPr>
          <p:cNvGrpSpPr/>
          <p:nvPr/>
        </p:nvGrpSpPr>
        <p:grpSpPr>
          <a:xfrm>
            <a:off x="198456" y="749459"/>
            <a:ext cx="7287805" cy="455976"/>
            <a:chOff x="1057298" y="923087"/>
            <a:chExt cx="9206317" cy="576774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D614531F-E954-47EF-B6F0-7F1F28177F65}"/>
                </a:ext>
              </a:extLst>
            </p:cNvPr>
            <p:cNvSpPr/>
            <p:nvPr/>
          </p:nvSpPr>
          <p:spPr>
            <a:xfrm>
              <a:off x="1057298" y="923087"/>
              <a:ext cx="7518811" cy="57677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Header : CHUNCKTYPE::CHUNCK_MATERIAL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C003C750-7A00-CE63-F157-7CFB909047CC}"/>
                </a:ext>
              </a:extLst>
            </p:cNvPr>
            <p:cNvSpPr/>
            <p:nvPr/>
          </p:nvSpPr>
          <p:spPr>
            <a:xfrm>
              <a:off x="8576109" y="923087"/>
              <a:ext cx="1687506" cy="57677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uint32_t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0C2F0355-3068-033A-3B62-D0F1D5D27BB8}"/>
              </a:ext>
            </a:extLst>
          </p:cNvPr>
          <p:cNvGrpSpPr/>
          <p:nvPr/>
        </p:nvGrpSpPr>
        <p:grpSpPr>
          <a:xfrm>
            <a:off x="198456" y="284696"/>
            <a:ext cx="7287805" cy="464763"/>
            <a:chOff x="1057298" y="335198"/>
            <a:chExt cx="9206317" cy="587889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D3345854-6C24-ECC6-EAD3-DBE8924C0588}"/>
                </a:ext>
              </a:extLst>
            </p:cNvPr>
            <p:cNvSpPr/>
            <p:nvPr/>
          </p:nvSpPr>
          <p:spPr>
            <a:xfrm>
              <a:off x="1057298" y="335198"/>
              <a:ext cx="7518811" cy="57677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b="1" dirty="0">
                  <a:solidFill>
                    <a:schemeClr val="tx1"/>
                  </a:solidFill>
                </a:rPr>
                <a:t>Material</a:t>
              </a:r>
              <a:endParaRPr lang="ko-KR" altLang="en-US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EB4C4418-D235-40B1-4C38-3B5F8FF3713F}"/>
                </a:ext>
              </a:extLst>
            </p:cNvPr>
            <p:cNvSpPr/>
            <p:nvPr/>
          </p:nvSpPr>
          <p:spPr>
            <a:xfrm>
              <a:off x="8576110" y="346313"/>
              <a:ext cx="1687505" cy="57677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dirty="0">
                  <a:solidFill>
                    <a:schemeClr val="tx1"/>
                  </a:solidFill>
                </a:rPr>
                <a:t>TYPE</a:t>
              </a:r>
              <a:endParaRPr lang="ko-KR" altLang="en-US" sz="14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45B95FFC-F470-06A2-0913-BC6A1F1115C0}"/>
              </a:ext>
            </a:extLst>
          </p:cNvPr>
          <p:cNvGrpSpPr/>
          <p:nvPr/>
        </p:nvGrpSpPr>
        <p:grpSpPr>
          <a:xfrm>
            <a:off x="198456" y="1214223"/>
            <a:ext cx="7287805" cy="455976"/>
            <a:chOff x="1057298" y="923087"/>
            <a:chExt cx="9206317" cy="576774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D160E992-7BA9-536C-8D42-E5D3E8DCE3BC}"/>
                </a:ext>
              </a:extLst>
            </p:cNvPr>
            <p:cNvSpPr/>
            <p:nvPr/>
          </p:nvSpPr>
          <p:spPr>
            <a:xfrm>
              <a:off x="1057298" y="923087"/>
              <a:ext cx="7518811" cy="57677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Data : Material Count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A4FB0350-D420-A04F-61EC-F58E43172189}"/>
                </a:ext>
              </a:extLst>
            </p:cNvPr>
            <p:cNvSpPr/>
            <p:nvPr/>
          </p:nvSpPr>
          <p:spPr>
            <a:xfrm>
              <a:off x="8576109" y="923087"/>
              <a:ext cx="1687506" cy="57677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uint32_t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9638F9B6-3ED5-76A9-272B-9AAE2C3D0C95}"/>
              </a:ext>
            </a:extLst>
          </p:cNvPr>
          <p:cNvCxnSpPr>
            <a:cxnSpLocks/>
            <a:stCxn id="14" idx="2"/>
            <a:endCxn id="21" idx="0"/>
          </p:cNvCxnSpPr>
          <p:nvPr/>
        </p:nvCxnSpPr>
        <p:spPr>
          <a:xfrm flipH="1">
            <a:off x="3174435" y="1670199"/>
            <a:ext cx="1" cy="3849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2A199E0-D11D-C7EF-38CB-E8EE9092B2F6}"/>
              </a:ext>
            </a:extLst>
          </p:cNvPr>
          <p:cNvSpPr txBox="1"/>
          <p:nvPr/>
        </p:nvSpPr>
        <p:spPr>
          <a:xfrm>
            <a:off x="3392175" y="1678987"/>
            <a:ext cx="36727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LOOP DATA : Material Count</a:t>
            </a:r>
            <a:endParaRPr lang="ko-KR" altLang="en-US" sz="1600" dirty="0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E9E0C673-FE03-380D-269F-413DB05BD4A1}"/>
              </a:ext>
            </a:extLst>
          </p:cNvPr>
          <p:cNvGrpSpPr/>
          <p:nvPr/>
        </p:nvGrpSpPr>
        <p:grpSpPr>
          <a:xfrm>
            <a:off x="198455" y="2055109"/>
            <a:ext cx="7287805" cy="455976"/>
            <a:chOff x="1057298" y="923087"/>
            <a:chExt cx="9206317" cy="576774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7FA2754A-8DE0-39CF-C344-F7699F9AFB15}"/>
                </a:ext>
              </a:extLst>
            </p:cNvPr>
            <p:cNvSpPr/>
            <p:nvPr/>
          </p:nvSpPr>
          <p:spPr>
            <a:xfrm>
              <a:off x="1057298" y="923087"/>
              <a:ext cx="7518811" cy="57677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Data : Material Number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37C39E5B-8B7E-980F-10EB-761560D048B4}"/>
                </a:ext>
              </a:extLst>
            </p:cNvPr>
            <p:cNvSpPr/>
            <p:nvPr/>
          </p:nvSpPr>
          <p:spPr>
            <a:xfrm>
              <a:off x="8576109" y="923087"/>
              <a:ext cx="1687506" cy="57677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uint32_t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9DA8F55B-64B1-FD9F-E52F-C7B9F645EC58}"/>
              </a:ext>
            </a:extLst>
          </p:cNvPr>
          <p:cNvGrpSpPr/>
          <p:nvPr/>
        </p:nvGrpSpPr>
        <p:grpSpPr>
          <a:xfrm>
            <a:off x="198455" y="2511085"/>
            <a:ext cx="7287805" cy="455976"/>
            <a:chOff x="1057298" y="923087"/>
            <a:chExt cx="9206317" cy="576774"/>
          </a:xfrm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5174E053-2949-50F3-287B-9072FB6B2B12}"/>
                </a:ext>
              </a:extLst>
            </p:cNvPr>
            <p:cNvSpPr/>
            <p:nvPr/>
          </p:nvSpPr>
          <p:spPr>
            <a:xfrm>
              <a:off x="1057298" y="923087"/>
              <a:ext cx="7518811" cy="57677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Data : Texture Type Count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149EB59A-8F52-F485-4F06-AEC930EB8A6E}"/>
                </a:ext>
              </a:extLst>
            </p:cNvPr>
            <p:cNvSpPr/>
            <p:nvPr/>
          </p:nvSpPr>
          <p:spPr>
            <a:xfrm>
              <a:off x="8576109" y="923087"/>
              <a:ext cx="1687506" cy="57677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uint32_t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47F420AF-C16A-DD0B-75D5-80FD65136AE9}"/>
              </a:ext>
            </a:extLst>
          </p:cNvPr>
          <p:cNvGrpSpPr/>
          <p:nvPr/>
        </p:nvGrpSpPr>
        <p:grpSpPr>
          <a:xfrm>
            <a:off x="198456" y="3343178"/>
            <a:ext cx="7287805" cy="455976"/>
            <a:chOff x="1057298" y="923087"/>
            <a:chExt cx="9206317" cy="576774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6AC9B39B-B3C4-2954-F995-55062A3AF4AB}"/>
                </a:ext>
              </a:extLst>
            </p:cNvPr>
            <p:cNvSpPr/>
            <p:nvPr/>
          </p:nvSpPr>
          <p:spPr>
            <a:xfrm>
              <a:off x="1057298" y="923087"/>
              <a:ext cx="7518811" cy="57677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Data :TEXTURETYPE::TYPE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8B5DA79F-8805-CA90-3C7B-53BD1CD6DF6E}"/>
                </a:ext>
              </a:extLst>
            </p:cNvPr>
            <p:cNvSpPr/>
            <p:nvPr/>
          </p:nvSpPr>
          <p:spPr>
            <a:xfrm>
              <a:off x="8576109" y="923087"/>
              <a:ext cx="1687506" cy="57677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uint32_t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A6012841-52C8-33F1-A548-B8327A903AA6}"/>
              </a:ext>
            </a:extLst>
          </p:cNvPr>
          <p:cNvGrpSpPr/>
          <p:nvPr/>
        </p:nvGrpSpPr>
        <p:grpSpPr>
          <a:xfrm>
            <a:off x="198455" y="3787986"/>
            <a:ext cx="7287805" cy="455977"/>
            <a:chOff x="1057297" y="3705724"/>
            <a:chExt cx="7287805" cy="455977"/>
          </a:xfrm>
        </p:grpSpPr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0BCAFFD7-A9E0-C652-2848-E34AA0E2E847}"/>
                </a:ext>
              </a:extLst>
            </p:cNvPr>
            <p:cNvSpPr/>
            <p:nvPr/>
          </p:nvSpPr>
          <p:spPr>
            <a:xfrm>
              <a:off x="1057297" y="3705725"/>
              <a:ext cx="5951960" cy="45597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Data : Texture number :: </a:t>
              </a:r>
              <a:r>
                <a:rPr lang="ko-KR" altLang="en-US" sz="1600" dirty="0">
                  <a:solidFill>
                    <a:schemeClr val="tx1"/>
                  </a:solidFill>
                </a:rPr>
                <a:t>개수가 아님</a:t>
              </a: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98BCB5A3-6EBF-05EB-3672-97C646955596}"/>
                </a:ext>
              </a:extLst>
            </p:cNvPr>
            <p:cNvSpPr/>
            <p:nvPr/>
          </p:nvSpPr>
          <p:spPr>
            <a:xfrm>
              <a:off x="7009257" y="3705724"/>
              <a:ext cx="1335845" cy="45597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uint32_t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924F948E-2B8E-3F80-B0C8-5C304F209C30}"/>
              </a:ext>
            </a:extLst>
          </p:cNvPr>
          <p:cNvGrpSpPr/>
          <p:nvPr/>
        </p:nvGrpSpPr>
        <p:grpSpPr>
          <a:xfrm>
            <a:off x="198455" y="4443987"/>
            <a:ext cx="7287805" cy="455977"/>
            <a:chOff x="1057297" y="3705724"/>
            <a:chExt cx="7287805" cy="455977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7738E8C6-05FE-6B65-DC00-7C405C4D362E}"/>
                </a:ext>
              </a:extLst>
            </p:cNvPr>
            <p:cNvSpPr/>
            <p:nvPr/>
          </p:nvSpPr>
          <p:spPr>
            <a:xfrm>
              <a:off x="1057297" y="3705725"/>
              <a:ext cx="5951960" cy="45597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Data : File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79BEDF11-E3A9-ED0F-A07D-471A78A1EA96}"/>
                </a:ext>
              </a:extLst>
            </p:cNvPr>
            <p:cNvSpPr/>
            <p:nvPr/>
          </p:nvSpPr>
          <p:spPr>
            <a:xfrm>
              <a:off x="7009257" y="3705724"/>
              <a:ext cx="1335845" cy="45597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string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B8D50596-4A88-D8FF-7DD0-3B8464F385DF}"/>
              </a:ext>
            </a:extLst>
          </p:cNvPr>
          <p:cNvCxnSpPr>
            <a:cxnSpLocks/>
          </p:cNvCxnSpPr>
          <p:nvPr/>
        </p:nvCxnSpPr>
        <p:spPr>
          <a:xfrm flipH="1">
            <a:off x="3174435" y="2958268"/>
            <a:ext cx="1" cy="3849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963018B1-53A0-89EF-4B07-0FBF60104D43}"/>
              </a:ext>
            </a:extLst>
          </p:cNvPr>
          <p:cNvSpPr txBox="1"/>
          <p:nvPr/>
        </p:nvSpPr>
        <p:spPr>
          <a:xfrm>
            <a:off x="3392175" y="2967056"/>
            <a:ext cx="36727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LOOP DATA : Texture Type Count</a:t>
            </a:r>
            <a:endParaRPr lang="ko-KR" altLang="en-US" sz="1600" dirty="0"/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33750E5E-FC79-B2AA-E280-F8C91ED360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55" y="5861458"/>
            <a:ext cx="11340376" cy="960234"/>
          </a:xfrm>
          <a:prstGeom prst="rect">
            <a:avLst/>
          </a:prstGeom>
        </p:spPr>
      </p:pic>
      <p:grpSp>
        <p:nvGrpSpPr>
          <p:cNvPr id="50" name="그룹 49">
            <a:extLst>
              <a:ext uri="{FF2B5EF4-FFF2-40B4-BE49-F238E27FC236}">
                <a16:creationId xmlns:a16="http://schemas.microsoft.com/office/drawing/2014/main" id="{E040034F-7314-DF88-779C-3616BCEE875E}"/>
              </a:ext>
            </a:extLst>
          </p:cNvPr>
          <p:cNvGrpSpPr/>
          <p:nvPr/>
        </p:nvGrpSpPr>
        <p:grpSpPr>
          <a:xfrm>
            <a:off x="198455" y="5054279"/>
            <a:ext cx="7287805" cy="455977"/>
            <a:chOff x="1057297" y="3705724"/>
            <a:chExt cx="7287805" cy="455977"/>
          </a:xfrm>
        </p:grpSpPr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4A329FB1-7311-CBDC-60C2-208F71B71B05}"/>
                </a:ext>
              </a:extLst>
            </p:cNvPr>
            <p:cNvSpPr/>
            <p:nvPr/>
          </p:nvSpPr>
          <p:spPr>
            <a:xfrm>
              <a:off x="1057297" y="3705725"/>
              <a:ext cx="5951960" cy="45597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Data : Ext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018E26AF-BB25-7700-B9C7-B8C20996890D}"/>
                </a:ext>
              </a:extLst>
            </p:cNvPr>
            <p:cNvSpPr/>
            <p:nvPr/>
          </p:nvSpPr>
          <p:spPr>
            <a:xfrm>
              <a:off x="7009257" y="3705724"/>
              <a:ext cx="1335845" cy="45597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string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54" name="그림 53">
            <a:extLst>
              <a:ext uri="{FF2B5EF4-FFF2-40B4-BE49-F238E27FC236}">
                <a16:creationId xmlns:a16="http://schemas.microsoft.com/office/drawing/2014/main" id="{2AF837DF-5A7E-D609-9C8C-9C491F8E41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299" y="2104096"/>
            <a:ext cx="3629532" cy="1495634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F98431CA-6EF4-0F70-6CD1-B3681F0050A2}"/>
              </a:ext>
            </a:extLst>
          </p:cNvPr>
          <p:cNvSpPr txBox="1"/>
          <p:nvPr/>
        </p:nvSpPr>
        <p:spPr>
          <a:xfrm>
            <a:off x="7909299" y="3822670"/>
            <a:ext cx="36933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해당하는 </a:t>
            </a:r>
            <a:r>
              <a:rPr lang="en-US" altLang="ko-KR" dirty="0"/>
              <a:t>TYPE</a:t>
            </a:r>
            <a:r>
              <a:rPr lang="ko-KR" altLang="en-US" dirty="0"/>
              <a:t>에 따라 저장된 정보들을 읽어주면 된다</a:t>
            </a:r>
            <a:r>
              <a:rPr lang="en-US" altLang="ko-KR" dirty="0"/>
              <a:t>.</a:t>
            </a:r>
          </a:p>
          <a:p>
            <a:pPr algn="ctr"/>
            <a:r>
              <a:rPr lang="en-US" altLang="ko-KR" dirty="0"/>
              <a:t>String</a:t>
            </a:r>
            <a:r>
              <a:rPr lang="ko-KR" altLang="en-US" dirty="0"/>
              <a:t>은 위 </a:t>
            </a:r>
            <a:r>
              <a:rPr lang="en-US" altLang="ko-KR" dirty="0"/>
              <a:t>file Path, File Name</a:t>
            </a:r>
          </a:p>
          <a:p>
            <a:pPr algn="ctr"/>
            <a:r>
              <a:rPr lang="ko-KR" altLang="en-US" dirty="0" err="1"/>
              <a:t>처럼</a:t>
            </a:r>
            <a:r>
              <a:rPr lang="ko-KR" altLang="en-US" dirty="0"/>
              <a:t> 읽어주면 된다</a:t>
            </a:r>
            <a:r>
              <a:rPr lang="en-US" altLang="ko-KR" dirty="0"/>
              <a:t>.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02D16C3-0C63-83AE-16B9-770F146DB9DB}"/>
              </a:ext>
            </a:extLst>
          </p:cNvPr>
          <p:cNvSpPr txBox="1"/>
          <p:nvPr/>
        </p:nvSpPr>
        <p:spPr>
          <a:xfrm>
            <a:off x="198454" y="5444976"/>
            <a:ext cx="11269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저장된 정보 </a:t>
            </a:r>
            <a:r>
              <a:rPr lang="en-US" altLang="ko-KR" dirty="0"/>
              <a:t>ex)</a:t>
            </a:r>
            <a:r>
              <a:rPr lang="ko-KR" altLang="en-US" dirty="0"/>
              <a:t> </a:t>
            </a:r>
            <a:r>
              <a:rPr lang="en-US" altLang="ko-KR" dirty="0"/>
              <a:t>File</a:t>
            </a:r>
            <a:r>
              <a:rPr lang="ko-KR" altLang="en-US" dirty="0"/>
              <a:t> </a:t>
            </a:r>
            <a:r>
              <a:rPr lang="en-US" altLang="ko-KR" dirty="0"/>
              <a:t>“</a:t>
            </a:r>
            <a:r>
              <a:rPr lang="en-US" altLang="ko-KR" dirty="0" err="1"/>
              <a:t>Player_Duck_Tex_AlbedoTint</a:t>
            </a:r>
            <a:r>
              <a:rPr lang="en-US" altLang="ko-KR" dirty="0"/>
              <a:t>” , Ext “.</a:t>
            </a:r>
            <a:r>
              <a:rPr lang="en-US" altLang="ko-KR" dirty="0" err="1"/>
              <a:t>png</a:t>
            </a:r>
            <a:r>
              <a:rPr lang="en-US" altLang="ko-KR" dirty="0"/>
              <a:t>”  </a:t>
            </a:r>
            <a:r>
              <a:rPr lang="ko-KR" altLang="en-US" dirty="0"/>
              <a:t>로 나오면 잘 </a:t>
            </a:r>
            <a:r>
              <a:rPr lang="ko-KR" altLang="en-US" dirty="0" err="1"/>
              <a:t>된거임</a:t>
            </a:r>
            <a:endParaRPr lang="en-US" altLang="ko-KR" dirty="0"/>
          </a:p>
        </p:txBody>
      </p:sp>
      <p:pic>
        <p:nvPicPr>
          <p:cNvPr id="58" name="그림 57">
            <a:extLst>
              <a:ext uri="{FF2B5EF4-FFF2-40B4-BE49-F238E27FC236}">
                <a16:creationId xmlns:a16="http://schemas.microsoft.com/office/drawing/2014/main" id="{1D959F3A-7855-9A52-813D-C32ADEED12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299" y="311650"/>
            <a:ext cx="4047674" cy="1569506"/>
          </a:xfrm>
          <a:prstGeom prst="rect">
            <a:avLst/>
          </a:prstGeom>
        </p:spPr>
      </p:pic>
      <p:grpSp>
        <p:nvGrpSpPr>
          <p:cNvPr id="59" name="그룹 58">
            <a:extLst>
              <a:ext uri="{FF2B5EF4-FFF2-40B4-BE49-F238E27FC236}">
                <a16:creationId xmlns:a16="http://schemas.microsoft.com/office/drawing/2014/main" id="{26B0AF20-3A61-52F0-17A4-400FCAA8100C}"/>
              </a:ext>
            </a:extLst>
          </p:cNvPr>
          <p:cNvGrpSpPr/>
          <p:nvPr/>
        </p:nvGrpSpPr>
        <p:grpSpPr>
          <a:xfrm>
            <a:off x="198454" y="4243962"/>
            <a:ext cx="7287805" cy="200025"/>
            <a:chOff x="1057297" y="3705724"/>
            <a:chExt cx="7287805" cy="455977"/>
          </a:xfrm>
        </p:grpSpPr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763A442E-35BC-0887-AA89-A66D9F840667}"/>
                </a:ext>
              </a:extLst>
            </p:cNvPr>
            <p:cNvSpPr/>
            <p:nvPr/>
          </p:nvSpPr>
          <p:spPr>
            <a:xfrm>
              <a:off x="1057297" y="3705725"/>
              <a:ext cx="5951960" cy="45597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Data : File </a:t>
              </a:r>
              <a:r>
                <a:rPr lang="en-US" altLang="ko-KR" sz="1600" dirty="0" err="1">
                  <a:solidFill>
                    <a:schemeClr val="tx1"/>
                  </a:solidFill>
                </a:rPr>
                <a:t>len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D78CFB18-5C04-7A5C-559E-3F3B9D1821CE}"/>
                </a:ext>
              </a:extLst>
            </p:cNvPr>
            <p:cNvSpPr/>
            <p:nvPr/>
          </p:nvSpPr>
          <p:spPr>
            <a:xfrm>
              <a:off x="7009257" y="3705724"/>
              <a:ext cx="1335845" cy="45597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uint32_t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0EE664CC-4AF6-E015-BBBE-62CBCDF22D48}"/>
              </a:ext>
            </a:extLst>
          </p:cNvPr>
          <p:cNvGrpSpPr/>
          <p:nvPr/>
        </p:nvGrpSpPr>
        <p:grpSpPr>
          <a:xfrm>
            <a:off x="198454" y="4891662"/>
            <a:ext cx="7287805" cy="200025"/>
            <a:chOff x="1057297" y="3705724"/>
            <a:chExt cx="7287805" cy="455977"/>
          </a:xfrm>
        </p:grpSpPr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E05F074D-A72F-9077-F525-00A08129B54D}"/>
                </a:ext>
              </a:extLst>
            </p:cNvPr>
            <p:cNvSpPr/>
            <p:nvPr/>
          </p:nvSpPr>
          <p:spPr>
            <a:xfrm>
              <a:off x="1057297" y="3705725"/>
              <a:ext cx="5951960" cy="45597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Data : Ext </a:t>
              </a:r>
              <a:r>
                <a:rPr lang="en-US" altLang="ko-KR" sz="1600" dirty="0" err="1">
                  <a:solidFill>
                    <a:schemeClr val="tx1"/>
                  </a:solidFill>
                </a:rPr>
                <a:t>len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E51406F0-9DAD-3E34-C97E-A2250C617147}"/>
                </a:ext>
              </a:extLst>
            </p:cNvPr>
            <p:cNvSpPr/>
            <p:nvPr/>
          </p:nvSpPr>
          <p:spPr>
            <a:xfrm>
              <a:off x="7009257" y="3705724"/>
              <a:ext cx="1335845" cy="45597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uint32_t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10599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A57A8-B546-675E-CF59-61CAED1A3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5186EAC6-5440-8E76-2B13-163EB575AA5C}"/>
              </a:ext>
            </a:extLst>
          </p:cNvPr>
          <p:cNvSpPr/>
          <p:nvPr/>
        </p:nvSpPr>
        <p:spPr>
          <a:xfrm>
            <a:off x="4445392" y="647124"/>
            <a:ext cx="7315198" cy="5767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>
                <a:solidFill>
                  <a:schemeClr val="tx1"/>
                </a:solidFill>
              </a:rPr>
              <a:t>Model Binary : Anim</a:t>
            </a:r>
            <a:endParaRPr lang="ko-KR" altLang="en-US" sz="3200" b="1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ABC6AF3-A8ED-9A96-8917-34A583972860}"/>
              </a:ext>
            </a:extLst>
          </p:cNvPr>
          <p:cNvSpPr/>
          <p:nvPr/>
        </p:nvSpPr>
        <p:spPr>
          <a:xfrm>
            <a:off x="4445392" y="1223898"/>
            <a:ext cx="7315199" cy="5767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tx1"/>
                </a:solidFill>
              </a:rPr>
              <a:t>Header : FILEHEADERTYPE::FILEHEADER_MODEL</a:t>
            </a:r>
            <a:endParaRPr lang="ko-KR" altLang="en-US" sz="2400" dirty="0">
              <a:solidFill>
                <a:schemeClr val="tx1"/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A44EEF7A-1707-4452-243B-59893DF79E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42" y="1180627"/>
            <a:ext cx="3826412" cy="1788717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77887875-CAFE-CC68-0A5A-4677CFA78C7D}"/>
              </a:ext>
            </a:extLst>
          </p:cNvPr>
          <p:cNvSpPr/>
          <p:nvPr/>
        </p:nvSpPr>
        <p:spPr>
          <a:xfrm>
            <a:off x="9382126" y="2096621"/>
            <a:ext cx="2378464" cy="5767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>
                <a:solidFill>
                  <a:schemeClr val="tx1"/>
                </a:solidFill>
              </a:rPr>
              <a:t>Material</a:t>
            </a:r>
            <a:endParaRPr lang="ko-KR" altLang="en-US" sz="3200" b="1" dirty="0">
              <a:solidFill>
                <a:schemeClr val="tx1"/>
              </a:solidFill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E99E537D-7700-55DB-4C79-877365ACA094}"/>
              </a:ext>
            </a:extLst>
          </p:cNvPr>
          <p:cNvCxnSpPr/>
          <p:nvPr/>
        </p:nvCxnSpPr>
        <p:spPr>
          <a:xfrm>
            <a:off x="10577162" y="1800672"/>
            <a:ext cx="0" cy="2959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5C78446-A5F4-9403-A9F1-80238F9B86AD}"/>
              </a:ext>
            </a:extLst>
          </p:cNvPr>
          <p:cNvSpPr txBox="1"/>
          <p:nvPr/>
        </p:nvSpPr>
        <p:spPr>
          <a:xfrm>
            <a:off x="1891040" y="4776147"/>
            <a:ext cx="77947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각</a:t>
            </a:r>
            <a:r>
              <a:rPr lang="en-US" altLang="ko-KR" dirty="0"/>
              <a:t> </a:t>
            </a:r>
            <a:r>
              <a:rPr lang="ko-KR" altLang="en-US" dirty="0"/>
              <a:t>헤더 타입 마다 </a:t>
            </a:r>
            <a:r>
              <a:rPr lang="en-US" altLang="ko-KR" dirty="0"/>
              <a:t>CHUNCKTYPE</a:t>
            </a:r>
            <a:r>
              <a:rPr lang="ko-KR" altLang="en-US" dirty="0"/>
              <a:t>을 넣어줘야 한다</a:t>
            </a:r>
            <a:r>
              <a:rPr lang="en-US" altLang="ko-KR" dirty="0"/>
              <a:t>.</a:t>
            </a:r>
            <a:endParaRPr lang="ko-KR" altLang="en-US" dirty="0"/>
          </a:p>
          <a:p>
            <a:pPr algn="ctr"/>
            <a:endParaRPr lang="ko-KR" altLang="en-US" dirty="0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294B6259-0ADA-C230-EF5B-278F666209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1" y="593703"/>
            <a:ext cx="3938954" cy="434820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B7ACFB9B-E20D-9A06-3532-4895AEE648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1040" y="4335698"/>
            <a:ext cx="7794752" cy="24239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F4D7D5DB-616E-00DE-7711-53D0021F942D}"/>
              </a:ext>
            </a:extLst>
          </p:cNvPr>
          <p:cNvSpPr/>
          <p:nvPr/>
        </p:nvSpPr>
        <p:spPr>
          <a:xfrm>
            <a:off x="6915151" y="2096621"/>
            <a:ext cx="2378464" cy="5767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>
                <a:solidFill>
                  <a:schemeClr val="tx1"/>
                </a:solidFill>
              </a:rPr>
              <a:t>Mesh</a:t>
            </a:r>
            <a:endParaRPr lang="ko-KR" altLang="en-US" sz="3200" b="1" dirty="0">
              <a:solidFill>
                <a:schemeClr val="tx1"/>
              </a:solidFill>
            </a:endParaRP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B492DD3E-C1BC-1E4B-D42C-7F1582CE6EBF}"/>
              </a:ext>
            </a:extLst>
          </p:cNvPr>
          <p:cNvCxnSpPr/>
          <p:nvPr/>
        </p:nvCxnSpPr>
        <p:spPr>
          <a:xfrm>
            <a:off x="8176862" y="1800672"/>
            <a:ext cx="0" cy="2959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00E43D25-5646-5F25-7DE4-1B64F1CEF4A5}"/>
              </a:ext>
            </a:extLst>
          </p:cNvPr>
          <p:cNvSpPr/>
          <p:nvPr/>
        </p:nvSpPr>
        <p:spPr>
          <a:xfrm>
            <a:off x="4448176" y="2096621"/>
            <a:ext cx="2378464" cy="5767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>
                <a:solidFill>
                  <a:schemeClr val="tx1"/>
                </a:solidFill>
              </a:rPr>
              <a:t>Bone</a:t>
            </a:r>
            <a:endParaRPr lang="ko-KR" altLang="en-US" sz="3200" b="1" dirty="0">
              <a:solidFill>
                <a:schemeClr val="tx1"/>
              </a:solidFill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5685EB91-9E40-EC90-D19B-09E1D89C3BB9}"/>
              </a:ext>
            </a:extLst>
          </p:cNvPr>
          <p:cNvCxnSpPr/>
          <p:nvPr/>
        </p:nvCxnSpPr>
        <p:spPr>
          <a:xfrm>
            <a:off x="5709887" y="1800672"/>
            <a:ext cx="0" cy="2959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F19DD0D-1518-700B-123C-B84F77C1677C}"/>
              </a:ext>
            </a:extLst>
          </p:cNvPr>
          <p:cNvSpPr txBox="1"/>
          <p:nvPr/>
        </p:nvSpPr>
        <p:spPr>
          <a:xfrm>
            <a:off x="5448740" y="2976299"/>
            <a:ext cx="5308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왼쪽에서 오른쪽 순서로 읽어야 한다</a:t>
            </a:r>
            <a:r>
              <a:rPr lang="en-US" altLang="ko-KR" b="1" dirty="0"/>
              <a:t>.</a:t>
            </a:r>
            <a:endParaRPr lang="ko-KR" altLang="en-US" b="1" dirty="0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0BF238B6-2AF8-5E52-20A2-8517221BEC02}"/>
              </a:ext>
            </a:extLst>
          </p:cNvPr>
          <p:cNvCxnSpPr>
            <a:cxnSpLocks/>
          </p:cNvCxnSpPr>
          <p:nvPr/>
        </p:nvCxnSpPr>
        <p:spPr>
          <a:xfrm>
            <a:off x="6526480" y="2865016"/>
            <a:ext cx="33007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3547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2152D-8923-1F21-8CF8-FE4989E69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그룹 28">
            <a:extLst>
              <a:ext uri="{FF2B5EF4-FFF2-40B4-BE49-F238E27FC236}">
                <a16:creationId xmlns:a16="http://schemas.microsoft.com/office/drawing/2014/main" id="{70ADAD45-EEF9-5A51-A4E3-4D8671C20379}"/>
              </a:ext>
            </a:extLst>
          </p:cNvPr>
          <p:cNvGrpSpPr/>
          <p:nvPr/>
        </p:nvGrpSpPr>
        <p:grpSpPr>
          <a:xfrm>
            <a:off x="2198706" y="1237196"/>
            <a:ext cx="7287805" cy="3370528"/>
            <a:chOff x="1057298" y="335198"/>
            <a:chExt cx="9206317" cy="4263452"/>
          </a:xfrm>
        </p:grpSpPr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C75F50D7-070D-FDF6-9041-46CBB615AEBC}"/>
                </a:ext>
              </a:extLst>
            </p:cNvPr>
            <p:cNvGrpSpPr/>
            <p:nvPr/>
          </p:nvGrpSpPr>
          <p:grpSpPr>
            <a:xfrm>
              <a:off x="1057298" y="923087"/>
              <a:ext cx="9206317" cy="576774"/>
              <a:chOff x="1057298" y="923087"/>
              <a:chExt cx="9206317" cy="576774"/>
            </a:xfrm>
          </p:grpSpPr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9E9B4B92-BC01-1367-6A89-12929C490852}"/>
                  </a:ext>
                </a:extLst>
              </p:cNvPr>
              <p:cNvSpPr/>
              <p:nvPr/>
            </p:nvSpPr>
            <p:spPr>
              <a:xfrm>
                <a:off x="1057298" y="923087"/>
                <a:ext cx="7518811" cy="57677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dirty="0">
                    <a:solidFill>
                      <a:schemeClr val="tx1"/>
                    </a:solidFill>
                  </a:rPr>
                  <a:t>Header : CHUNCKTYPE::CHUNCK_SKELETON</a:t>
                </a:r>
                <a:endParaRPr lang="ko-KR" altLang="en-US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E386968F-25F9-116F-D6F4-5DDE6C27D8FD}"/>
                  </a:ext>
                </a:extLst>
              </p:cNvPr>
              <p:cNvSpPr/>
              <p:nvPr/>
            </p:nvSpPr>
            <p:spPr>
              <a:xfrm>
                <a:off x="8576109" y="923087"/>
                <a:ext cx="1687506" cy="57677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dirty="0">
                    <a:solidFill>
                      <a:schemeClr val="tx1"/>
                    </a:solidFill>
                  </a:rPr>
                  <a:t>uint32_t</a:t>
                </a:r>
                <a:endParaRPr lang="ko-KR" altLang="en-US" sz="16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FE45ADBF-B935-E382-7EE1-6F5A5A653034}"/>
                </a:ext>
              </a:extLst>
            </p:cNvPr>
            <p:cNvGrpSpPr/>
            <p:nvPr/>
          </p:nvGrpSpPr>
          <p:grpSpPr>
            <a:xfrm>
              <a:off x="1057298" y="335198"/>
              <a:ext cx="9206317" cy="587889"/>
              <a:chOff x="1057298" y="335198"/>
              <a:chExt cx="9206317" cy="587889"/>
            </a:xfrm>
          </p:grpSpPr>
          <p:sp>
            <p:nvSpPr>
              <p:cNvPr id="4" name="직사각형 3">
                <a:extLst>
                  <a:ext uri="{FF2B5EF4-FFF2-40B4-BE49-F238E27FC236}">
                    <a16:creationId xmlns:a16="http://schemas.microsoft.com/office/drawing/2014/main" id="{DD8D8402-BE04-D703-D005-BFE6B2ED6A10}"/>
                  </a:ext>
                </a:extLst>
              </p:cNvPr>
              <p:cNvSpPr/>
              <p:nvPr/>
            </p:nvSpPr>
            <p:spPr>
              <a:xfrm>
                <a:off x="1057298" y="335198"/>
                <a:ext cx="7518811" cy="57677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2000" b="1" dirty="0">
                    <a:solidFill>
                      <a:schemeClr val="tx1"/>
                    </a:solidFill>
                  </a:rPr>
                  <a:t>Bone</a:t>
                </a:r>
                <a:endParaRPr lang="ko-KR" altLang="en-US" sz="20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FFDF594F-F934-1C5E-58F8-14607255738F}"/>
                  </a:ext>
                </a:extLst>
              </p:cNvPr>
              <p:cNvSpPr/>
              <p:nvPr/>
            </p:nvSpPr>
            <p:spPr>
              <a:xfrm>
                <a:off x="8576110" y="346313"/>
                <a:ext cx="1687505" cy="57677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b="1" dirty="0">
                    <a:solidFill>
                      <a:schemeClr val="tx1"/>
                    </a:solidFill>
                  </a:rPr>
                  <a:t>TYPE</a:t>
                </a:r>
                <a:endParaRPr lang="ko-KR" altLang="en-US" sz="1400" b="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702F8875-DE4D-6E2F-5DBA-7739B3ACA111}"/>
                </a:ext>
              </a:extLst>
            </p:cNvPr>
            <p:cNvGrpSpPr/>
            <p:nvPr/>
          </p:nvGrpSpPr>
          <p:grpSpPr>
            <a:xfrm>
              <a:off x="1057298" y="1510976"/>
              <a:ext cx="9206317" cy="576774"/>
              <a:chOff x="1057298" y="923087"/>
              <a:chExt cx="9206317" cy="576774"/>
            </a:xfrm>
          </p:grpSpPr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2AB7168F-5C4C-8606-B834-005482884F33}"/>
                  </a:ext>
                </a:extLst>
              </p:cNvPr>
              <p:cNvSpPr/>
              <p:nvPr/>
            </p:nvSpPr>
            <p:spPr>
              <a:xfrm>
                <a:off x="1057298" y="923087"/>
                <a:ext cx="7518811" cy="57677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dirty="0">
                    <a:solidFill>
                      <a:schemeClr val="tx1"/>
                    </a:solidFill>
                  </a:rPr>
                  <a:t>Data : Bone Count</a:t>
                </a:r>
                <a:endParaRPr lang="ko-KR" altLang="en-US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3D7DF7AD-51FE-06DF-53A9-BFAECA62874C}"/>
                  </a:ext>
                </a:extLst>
              </p:cNvPr>
              <p:cNvSpPr/>
              <p:nvPr/>
            </p:nvSpPr>
            <p:spPr>
              <a:xfrm>
                <a:off x="8576109" y="923087"/>
                <a:ext cx="1687506" cy="57677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dirty="0">
                    <a:solidFill>
                      <a:schemeClr val="tx1"/>
                    </a:solidFill>
                  </a:rPr>
                  <a:t>uint32_t</a:t>
                </a:r>
                <a:endParaRPr lang="ko-KR" altLang="en-US" sz="1600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6C293357-C414-B3E2-5B92-A3FCD9255737}"/>
                </a:ext>
              </a:extLst>
            </p:cNvPr>
            <p:cNvCxnSpPr>
              <a:cxnSpLocks/>
              <a:stCxn id="14" idx="2"/>
            </p:cNvCxnSpPr>
            <p:nvPr/>
          </p:nvCxnSpPr>
          <p:spPr>
            <a:xfrm flipH="1">
              <a:off x="4816703" y="2087750"/>
              <a:ext cx="1" cy="78057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4BADC89-8B59-E1C1-7173-389DA33331BE}"/>
                </a:ext>
              </a:extLst>
            </p:cNvPr>
            <p:cNvSpPr txBox="1"/>
            <p:nvPr/>
          </p:nvSpPr>
          <p:spPr>
            <a:xfrm>
              <a:off x="5091762" y="2261937"/>
              <a:ext cx="4080301" cy="4671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LOOP DATA : Bone Count</a:t>
              </a:r>
              <a:endParaRPr lang="ko-KR" altLang="en-US" dirty="0"/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E3BFA04C-A9AF-2312-4FC2-38142531EE51}"/>
                </a:ext>
              </a:extLst>
            </p:cNvPr>
            <p:cNvGrpSpPr/>
            <p:nvPr/>
          </p:nvGrpSpPr>
          <p:grpSpPr>
            <a:xfrm>
              <a:off x="1057298" y="2868328"/>
              <a:ext cx="9206317" cy="576774"/>
              <a:chOff x="1057298" y="923087"/>
              <a:chExt cx="9206317" cy="576774"/>
            </a:xfrm>
          </p:grpSpPr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6A165730-AF13-E04F-90BE-ABFFBFCDD021}"/>
                  </a:ext>
                </a:extLst>
              </p:cNvPr>
              <p:cNvSpPr/>
              <p:nvPr/>
            </p:nvSpPr>
            <p:spPr>
              <a:xfrm>
                <a:off x="1057298" y="923087"/>
                <a:ext cx="7518811" cy="57677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dirty="0">
                    <a:solidFill>
                      <a:schemeClr val="tx1"/>
                    </a:solidFill>
                  </a:rPr>
                  <a:t>Data : Bone Name size</a:t>
                </a:r>
                <a:endParaRPr lang="ko-KR" altLang="en-US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43161CE0-3590-8698-0387-23D0B86DB950}"/>
                  </a:ext>
                </a:extLst>
              </p:cNvPr>
              <p:cNvSpPr/>
              <p:nvPr/>
            </p:nvSpPr>
            <p:spPr>
              <a:xfrm>
                <a:off x="8576109" y="923087"/>
                <a:ext cx="1687506" cy="57677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dirty="0">
                    <a:solidFill>
                      <a:schemeClr val="tx1"/>
                    </a:solidFill>
                  </a:rPr>
                  <a:t>uint32_t</a:t>
                </a:r>
                <a:endParaRPr lang="ko-KR" altLang="en-US" sz="16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95663F05-1C5C-C8B8-1457-54625347986E}"/>
                </a:ext>
              </a:extLst>
            </p:cNvPr>
            <p:cNvGrpSpPr/>
            <p:nvPr/>
          </p:nvGrpSpPr>
          <p:grpSpPr>
            <a:xfrm>
              <a:off x="1057298" y="3445102"/>
              <a:ext cx="9206317" cy="576774"/>
              <a:chOff x="1057298" y="923087"/>
              <a:chExt cx="9206317" cy="576774"/>
            </a:xfrm>
          </p:grpSpPr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81A9C1D8-0472-84B4-DD38-68897C10292B}"/>
                  </a:ext>
                </a:extLst>
              </p:cNvPr>
              <p:cNvSpPr/>
              <p:nvPr/>
            </p:nvSpPr>
            <p:spPr>
              <a:xfrm>
                <a:off x="1057298" y="923087"/>
                <a:ext cx="7518811" cy="57677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dirty="0">
                    <a:solidFill>
                      <a:schemeClr val="tx1"/>
                    </a:solidFill>
                  </a:rPr>
                  <a:t>Data : Bone Name</a:t>
                </a:r>
                <a:endParaRPr lang="ko-KR" altLang="en-US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B198B1A7-11F7-B834-002C-46CC47CD5671}"/>
                  </a:ext>
                </a:extLst>
              </p:cNvPr>
              <p:cNvSpPr/>
              <p:nvPr/>
            </p:nvSpPr>
            <p:spPr>
              <a:xfrm>
                <a:off x="8576109" y="923087"/>
                <a:ext cx="1687506" cy="57677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dirty="0">
                    <a:solidFill>
                      <a:schemeClr val="tx1"/>
                    </a:solidFill>
                  </a:rPr>
                  <a:t>string</a:t>
                </a:r>
                <a:endParaRPr lang="ko-KR" altLang="en-US" sz="16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638AF222-C3D1-5BCA-AD14-8D85D3292A0A}"/>
                </a:ext>
              </a:extLst>
            </p:cNvPr>
            <p:cNvGrpSpPr/>
            <p:nvPr/>
          </p:nvGrpSpPr>
          <p:grpSpPr>
            <a:xfrm>
              <a:off x="1057298" y="4021876"/>
              <a:ext cx="9206317" cy="576774"/>
              <a:chOff x="1057298" y="923087"/>
              <a:chExt cx="9206317" cy="576774"/>
            </a:xfrm>
          </p:grpSpPr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5F769862-3416-E44B-01E0-73B616CA20EE}"/>
                  </a:ext>
                </a:extLst>
              </p:cNvPr>
              <p:cNvSpPr/>
              <p:nvPr/>
            </p:nvSpPr>
            <p:spPr>
              <a:xfrm>
                <a:off x="1057298" y="923087"/>
                <a:ext cx="7518811" cy="57677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dirty="0">
                    <a:solidFill>
                      <a:schemeClr val="tx1"/>
                    </a:solidFill>
                  </a:rPr>
                  <a:t>Data : </a:t>
                </a:r>
                <a:r>
                  <a:rPr lang="en-US" altLang="ko-KR" sz="1600" dirty="0" err="1">
                    <a:solidFill>
                      <a:schemeClr val="tx1"/>
                    </a:solidFill>
                  </a:rPr>
                  <a:t>TransformationMatrix</a:t>
                </a:r>
                <a:r>
                  <a:rPr lang="en-US" altLang="ko-KR" sz="1600" dirty="0">
                    <a:solidFill>
                      <a:schemeClr val="tx1"/>
                    </a:solidFill>
                  </a:rPr>
                  <a:t> : </a:t>
                </a:r>
                <a:r>
                  <a:rPr lang="ko-KR" altLang="en-US" sz="1000" b="1" dirty="0">
                    <a:solidFill>
                      <a:schemeClr val="tx1"/>
                    </a:solidFill>
                  </a:rPr>
                  <a:t>딱히 </a:t>
                </a:r>
                <a:r>
                  <a:rPr lang="ko-KR" altLang="en-US" sz="1000" b="1" dirty="0" err="1">
                    <a:solidFill>
                      <a:schemeClr val="tx1"/>
                    </a:solidFill>
                  </a:rPr>
                  <a:t>의미없음</a:t>
                </a:r>
                <a:endParaRPr lang="ko-KR" altLang="en-US" sz="10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92D37294-8CDE-0D59-7206-46F7A7D8CF0D}"/>
                  </a:ext>
                </a:extLst>
              </p:cNvPr>
              <p:cNvSpPr/>
              <p:nvPr/>
            </p:nvSpPr>
            <p:spPr>
              <a:xfrm>
                <a:off x="8576109" y="923087"/>
                <a:ext cx="1687506" cy="57677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dirty="0">
                    <a:solidFill>
                      <a:schemeClr val="tx1"/>
                    </a:solidFill>
                  </a:rPr>
                  <a:t>XMFloat4x4</a:t>
                </a:r>
                <a:endParaRPr lang="ko-KR" altLang="en-US" sz="1600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5ADEE450-E47A-CEE6-4A5B-AA6FFF9B2AF7}"/>
              </a:ext>
            </a:extLst>
          </p:cNvPr>
          <p:cNvGrpSpPr/>
          <p:nvPr/>
        </p:nvGrpSpPr>
        <p:grpSpPr>
          <a:xfrm>
            <a:off x="2198705" y="4607722"/>
            <a:ext cx="7287805" cy="455977"/>
            <a:chOff x="1057297" y="3705724"/>
            <a:chExt cx="7287805" cy="455977"/>
          </a:xfrm>
        </p:grpSpPr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7A98ECB9-B36C-65BC-7A8F-21885126FBEE}"/>
                </a:ext>
              </a:extLst>
            </p:cNvPr>
            <p:cNvSpPr/>
            <p:nvPr/>
          </p:nvSpPr>
          <p:spPr>
            <a:xfrm>
              <a:off x="1057297" y="3705725"/>
              <a:ext cx="5951960" cy="45597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Data : </a:t>
              </a:r>
              <a:r>
                <a:rPr lang="en-US" altLang="ko-KR" sz="1600" dirty="0" err="1">
                  <a:solidFill>
                    <a:schemeClr val="tx1"/>
                  </a:solidFill>
                </a:rPr>
                <a:t>ParentBoneIndex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2EF2FBAA-16CF-3EB2-65A0-BCF3B53C696D}"/>
                </a:ext>
              </a:extLst>
            </p:cNvPr>
            <p:cNvSpPr/>
            <p:nvPr/>
          </p:nvSpPr>
          <p:spPr>
            <a:xfrm>
              <a:off x="7009257" y="3705724"/>
              <a:ext cx="1335845" cy="45597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uint32_t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38273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6B74D-627C-10D0-9B2A-42233B718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>
            <a:extLst>
              <a:ext uri="{FF2B5EF4-FFF2-40B4-BE49-F238E27FC236}">
                <a16:creationId xmlns:a16="http://schemas.microsoft.com/office/drawing/2014/main" id="{04796921-6B99-C3E6-63AB-7831A05DF646}"/>
              </a:ext>
            </a:extLst>
          </p:cNvPr>
          <p:cNvGrpSpPr/>
          <p:nvPr/>
        </p:nvGrpSpPr>
        <p:grpSpPr>
          <a:xfrm>
            <a:off x="198456" y="749459"/>
            <a:ext cx="7287805" cy="455976"/>
            <a:chOff x="1057298" y="923087"/>
            <a:chExt cx="9206317" cy="576774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40DB0386-AE12-0575-7703-0C6373C71798}"/>
                </a:ext>
              </a:extLst>
            </p:cNvPr>
            <p:cNvSpPr/>
            <p:nvPr/>
          </p:nvSpPr>
          <p:spPr>
            <a:xfrm>
              <a:off x="1057298" y="923087"/>
              <a:ext cx="7518811" cy="57677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Header : CHUNCKTYPE::CHUNCK_MESH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22DCCDBE-009D-FD70-E669-44DEC9D78F87}"/>
                </a:ext>
              </a:extLst>
            </p:cNvPr>
            <p:cNvSpPr/>
            <p:nvPr/>
          </p:nvSpPr>
          <p:spPr>
            <a:xfrm>
              <a:off x="8576109" y="923087"/>
              <a:ext cx="1687506" cy="57677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uint32_t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BD1E099-DBBD-17D6-2BDC-51B74D173286}"/>
              </a:ext>
            </a:extLst>
          </p:cNvPr>
          <p:cNvGrpSpPr/>
          <p:nvPr/>
        </p:nvGrpSpPr>
        <p:grpSpPr>
          <a:xfrm>
            <a:off x="198456" y="284696"/>
            <a:ext cx="7287805" cy="464763"/>
            <a:chOff x="1057298" y="335198"/>
            <a:chExt cx="9206317" cy="587889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8AFE590A-DB48-2191-2DB4-0031B96029A6}"/>
                </a:ext>
              </a:extLst>
            </p:cNvPr>
            <p:cNvSpPr/>
            <p:nvPr/>
          </p:nvSpPr>
          <p:spPr>
            <a:xfrm>
              <a:off x="1057298" y="335198"/>
              <a:ext cx="7518811" cy="57677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b="1" dirty="0">
                  <a:solidFill>
                    <a:schemeClr val="tx1"/>
                  </a:solidFill>
                </a:rPr>
                <a:t>Mesh :</a:t>
              </a:r>
              <a:r>
                <a:rPr lang="ko-KR" altLang="en-US" sz="2000" b="1" dirty="0">
                  <a:solidFill>
                    <a:schemeClr val="tx1"/>
                  </a:solidFill>
                </a:rPr>
                <a:t> </a:t>
              </a:r>
              <a:r>
                <a:rPr lang="en-US" altLang="ko-KR" sz="2000" b="1" dirty="0">
                  <a:solidFill>
                    <a:schemeClr val="tx1"/>
                  </a:solidFill>
                </a:rPr>
                <a:t>Anim</a:t>
              </a:r>
              <a:endParaRPr lang="ko-KR" altLang="en-US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4B9E3D4A-350E-D2F8-FDDB-40052FD1B3A9}"/>
                </a:ext>
              </a:extLst>
            </p:cNvPr>
            <p:cNvSpPr/>
            <p:nvPr/>
          </p:nvSpPr>
          <p:spPr>
            <a:xfrm>
              <a:off x="8576110" y="346313"/>
              <a:ext cx="1687505" cy="57677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dirty="0">
                  <a:solidFill>
                    <a:schemeClr val="tx1"/>
                  </a:solidFill>
                </a:rPr>
                <a:t>TYPE</a:t>
              </a:r>
              <a:endParaRPr lang="ko-KR" altLang="en-US" sz="14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B4C5463C-B5B5-6C32-B95D-32538EF90E59}"/>
              </a:ext>
            </a:extLst>
          </p:cNvPr>
          <p:cNvGrpSpPr/>
          <p:nvPr/>
        </p:nvGrpSpPr>
        <p:grpSpPr>
          <a:xfrm>
            <a:off x="198456" y="1214223"/>
            <a:ext cx="7287805" cy="455976"/>
            <a:chOff x="1057298" y="923087"/>
            <a:chExt cx="9206317" cy="576774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52D42D57-4339-C2C2-1E75-975CE5170829}"/>
                </a:ext>
              </a:extLst>
            </p:cNvPr>
            <p:cNvSpPr/>
            <p:nvPr/>
          </p:nvSpPr>
          <p:spPr>
            <a:xfrm>
              <a:off x="1057298" y="923087"/>
              <a:ext cx="7518811" cy="57677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Data : Mesh Count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44F59822-4F7A-C472-368D-0E520C4FAFAA}"/>
                </a:ext>
              </a:extLst>
            </p:cNvPr>
            <p:cNvSpPr/>
            <p:nvPr/>
          </p:nvSpPr>
          <p:spPr>
            <a:xfrm>
              <a:off x="8576109" y="923087"/>
              <a:ext cx="1687506" cy="57677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uint32_t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646D60C8-32C2-EBF2-410E-56087EE006BD}"/>
              </a:ext>
            </a:extLst>
          </p:cNvPr>
          <p:cNvCxnSpPr>
            <a:cxnSpLocks/>
            <a:stCxn id="14" idx="2"/>
          </p:cNvCxnSpPr>
          <p:nvPr/>
        </p:nvCxnSpPr>
        <p:spPr>
          <a:xfrm>
            <a:off x="3174436" y="1670199"/>
            <a:ext cx="0" cy="2933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7EC7E8F-746B-CC6F-F679-3448DFD5FFDA}"/>
              </a:ext>
            </a:extLst>
          </p:cNvPr>
          <p:cNvSpPr txBox="1"/>
          <p:nvPr/>
        </p:nvSpPr>
        <p:spPr>
          <a:xfrm>
            <a:off x="3392175" y="1713518"/>
            <a:ext cx="32300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LOOP DATA : Mesh Count</a:t>
            </a:r>
            <a:endParaRPr lang="ko-KR" altLang="en-US" sz="1100" dirty="0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1AA9B818-AF2C-B571-9597-7BD931CE2B9B}"/>
              </a:ext>
            </a:extLst>
          </p:cNvPr>
          <p:cNvGrpSpPr/>
          <p:nvPr/>
        </p:nvGrpSpPr>
        <p:grpSpPr>
          <a:xfrm>
            <a:off x="198456" y="1963554"/>
            <a:ext cx="7287805" cy="455976"/>
            <a:chOff x="1057298" y="923087"/>
            <a:chExt cx="9206317" cy="576774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6F829634-BD34-9791-D632-E94AC332CE4A}"/>
                </a:ext>
              </a:extLst>
            </p:cNvPr>
            <p:cNvSpPr/>
            <p:nvPr/>
          </p:nvSpPr>
          <p:spPr>
            <a:xfrm>
              <a:off x="1057298" y="923087"/>
              <a:ext cx="7518811" cy="57677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Data : Material Index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A315A815-7A7C-BDAC-644B-95F18AC2F102}"/>
                </a:ext>
              </a:extLst>
            </p:cNvPr>
            <p:cNvSpPr/>
            <p:nvPr/>
          </p:nvSpPr>
          <p:spPr>
            <a:xfrm>
              <a:off x="8576109" y="923087"/>
              <a:ext cx="1687506" cy="57677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uint32_t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C587D191-27AB-F5DC-391A-E045D9AA907C}"/>
              </a:ext>
            </a:extLst>
          </p:cNvPr>
          <p:cNvGrpSpPr/>
          <p:nvPr/>
        </p:nvGrpSpPr>
        <p:grpSpPr>
          <a:xfrm>
            <a:off x="198456" y="2419530"/>
            <a:ext cx="7287805" cy="455976"/>
            <a:chOff x="1057298" y="923087"/>
            <a:chExt cx="9206317" cy="576774"/>
          </a:xfrm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91F368A1-ACC3-9A89-14ED-CBC99BD0E9CE}"/>
                </a:ext>
              </a:extLst>
            </p:cNvPr>
            <p:cNvSpPr/>
            <p:nvPr/>
          </p:nvSpPr>
          <p:spPr>
            <a:xfrm>
              <a:off x="1057298" y="923087"/>
              <a:ext cx="7518811" cy="57677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Data : vertexes Count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22973019-BD9F-3900-238A-7B196E08A654}"/>
                </a:ext>
              </a:extLst>
            </p:cNvPr>
            <p:cNvSpPr/>
            <p:nvPr/>
          </p:nvSpPr>
          <p:spPr>
            <a:xfrm>
              <a:off x="8576109" y="923087"/>
              <a:ext cx="1687506" cy="57677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uint32_t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E252F04A-C6FF-4344-97DD-E21AEE9671B1}"/>
              </a:ext>
            </a:extLst>
          </p:cNvPr>
          <p:cNvGrpSpPr/>
          <p:nvPr/>
        </p:nvGrpSpPr>
        <p:grpSpPr>
          <a:xfrm>
            <a:off x="198456" y="2875507"/>
            <a:ext cx="7287805" cy="455976"/>
            <a:chOff x="1057298" y="923087"/>
            <a:chExt cx="9206317" cy="576774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C7883D9A-5E09-0892-1EF1-EBB49078968B}"/>
                </a:ext>
              </a:extLst>
            </p:cNvPr>
            <p:cNvSpPr/>
            <p:nvPr/>
          </p:nvSpPr>
          <p:spPr>
            <a:xfrm>
              <a:off x="1057298" y="923087"/>
              <a:ext cx="7518811" cy="57677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Data : Index Count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2CF2FD12-8821-102A-6BAE-0F8BBBF795D3}"/>
                </a:ext>
              </a:extLst>
            </p:cNvPr>
            <p:cNvSpPr/>
            <p:nvPr/>
          </p:nvSpPr>
          <p:spPr>
            <a:xfrm>
              <a:off x="8576109" y="923087"/>
              <a:ext cx="1687506" cy="57677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uint32_t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830ABEEB-8A1F-FE98-1EC8-410E69376581}"/>
              </a:ext>
            </a:extLst>
          </p:cNvPr>
          <p:cNvGrpSpPr/>
          <p:nvPr/>
        </p:nvGrpSpPr>
        <p:grpSpPr>
          <a:xfrm>
            <a:off x="198455" y="3331481"/>
            <a:ext cx="7287805" cy="455977"/>
            <a:chOff x="1057297" y="3705724"/>
            <a:chExt cx="7287805" cy="455977"/>
          </a:xfrm>
        </p:grpSpPr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9C09D3F9-44E7-796E-4801-2AD4E0943D10}"/>
                </a:ext>
              </a:extLst>
            </p:cNvPr>
            <p:cNvSpPr/>
            <p:nvPr/>
          </p:nvSpPr>
          <p:spPr>
            <a:xfrm>
              <a:off x="1057297" y="3705725"/>
              <a:ext cx="5951960" cy="45597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Data : vertexes data &lt;vector&gt;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9925CC9E-9762-D1B0-8599-DED5387E7A6F}"/>
                </a:ext>
              </a:extLst>
            </p:cNvPr>
            <p:cNvSpPr/>
            <p:nvPr/>
          </p:nvSpPr>
          <p:spPr>
            <a:xfrm>
              <a:off x="7009257" y="3705724"/>
              <a:ext cx="1335845" cy="45597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VTXMESH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F9A252B4-B270-121C-CCF1-93DFF7ACA27B}"/>
              </a:ext>
            </a:extLst>
          </p:cNvPr>
          <p:cNvGrpSpPr/>
          <p:nvPr/>
        </p:nvGrpSpPr>
        <p:grpSpPr>
          <a:xfrm>
            <a:off x="198455" y="3787454"/>
            <a:ext cx="7287805" cy="455977"/>
            <a:chOff x="1057297" y="3705724"/>
            <a:chExt cx="7287805" cy="455977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FC432CBA-FB38-C590-327E-2C88C41C88A3}"/>
                </a:ext>
              </a:extLst>
            </p:cNvPr>
            <p:cNvSpPr/>
            <p:nvPr/>
          </p:nvSpPr>
          <p:spPr>
            <a:xfrm>
              <a:off x="1057297" y="3705725"/>
              <a:ext cx="5951960" cy="45597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Data : indices data &lt;vector&gt;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F4396CE8-9F03-65EE-AF77-04C2BCAFF2E6}"/>
                </a:ext>
              </a:extLst>
            </p:cNvPr>
            <p:cNvSpPr/>
            <p:nvPr/>
          </p:nvSpPr>
          <p:spPr>
            <a:xfrm>
              <a:off x="7009257" y="3705724"/>
              <a:ext cx="1335845" cy="45597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uint32_t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43B45028-D90D-8432-423A-B6BA0511AC0F}"/>
              </a:ext>
            </a:extLst>
          </p:cNvPr>
          <p:cNvSpPr txBox="1"/>
          <p:nvPr/>
        </p:nvSpPr>
        <p:spPr>
          <a:xfrm>
            <a:off x="7793573" y="2989146"/>
            <a:ext cx="4177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VTXANIMMESH</a:t>
            </a:r>
            <a:endParaRPr lang="ko-KR" altLang="en-US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57B1F217-1B47-B625-89F0-E6A59743A718}"/>
              </a:ext>
            </a:extLst>
          </p:cNvPr>
          <p:cNvGrpSpPr/>
          <p:nvPr/>
        </p:nvGrpSpPr>
        <p:grpSpPr>
          <a:xfrm>
            <a:off x="198455" y="4243424"/>
            <a:ext cx="7287805" cy="455977"/>
            <a:chOff x="1057297" y="3705724"/>
            <a:chExt cx="7287805" cy="455977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B5C24F12-476C-06A8-BE8B-13664A99D358}"/>
                </a:ext>
              </a:extLst>
            </p:cNvPr>
            <p:cNvSpPr/>
            <p:nvPr/>
          </p:nvSpPr>
          <p:spPr>
            <a:xfrm>
              <a:off x="1057297" y="3705725"/>
              <a:ext cx="5951960" cy="455976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Data : Num Bones</a:t>
              </a:r>
            </a:p>
            <a:p>
              <a:pPr algn="ctr"/>
              <a:r>
                <a:rPr lang="en-US" altLang="ko-KR" sz="1050" b="1" dirty="0">
                  <a:solidFill>
                    <a:schemeClr val="tx1"/>
                  </a:solidFill>
                </a:rPr>
                <a:t>mesh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가 사용하는 </a:t>
              </a:r>
              <a:r>
                <a:rPr lang="en-US" altLang="ko-KR" sz="1050" b="1" dirty="0">
                  <a:solidFill>
                    <a:schemeClr val="tx1"/>
                  </a:solidFill>
                </a:rPr>
                <a:t>bone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의 개수 </a:t>
              </a:r>
              <a:r>
                <a:rPr lang="en-US" altLang="ko-KR" sz="1050" b="1" dirty="0">
                  <a:solidFill>
                    <a:schemeClr val="tx1"/>
                  </a:solidFill>
                </a:rPr>
                <a:t>(bone 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전체 개수 아님</a:t>
              </a:r>
              <a:r>
                <a:rPr lang="en-US" altLang="ko-KR" sz="1050" b="1" dirty="0">
                  <a:solidFill>
                    <a:schemeClr val="tx1"/>
                  </a:solidFill>
                </a:rPr>
                <a:t>)</a:t>
              </a:r>
              <a:endParaRPr lang="ko-KR" altLang="en-US" sz="1050" b="1" dirty="0">
                <a:solidFill>
                  <a:schemeClr val="tx1"/>
                </a:solidFill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78CB58B8-AAD3-2F2C-EF7C-C87C02E6B5F7}"/>
                </a:ext>
              </a:extLst>
            </p:cNvPr>
            <p:cNvSpPr/>
            <p:nvPr/>
          </p:nvSpPr>
          <p:spPr>
            <a:xfrm>
              <a:off x="7009257" y="3705724"/>
              <a:ext cx="1335845" cy="455976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uint32_t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E3B83467-9489-BF05-C376-884897392B81}"/>
              </a:ext>
            </a:extLst>
          </p:cNvPr>
          <p:cNvGrpSpPr/>
          <p:nvPr/>
        </p:nvGrpSpPr>
        <p:grpSpPr>
          <a:xfrm>
            <a:off x="198455" y="4688506"/>
            <a:ext cx="7287805" cy="230004"/>
            <a:chOff x="1057297" y="3705724"/>
            <a:chExt cx="7287805" cy="455977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1B35198B-9BBF-5DEB-7B3A-1152B0242A37}"/>
                </a:ext>
              </a:extLst>
            </p:cNvPr>
            <p:cNvSpPr/>
            <p:nvPr/>
          </p:nvSpPr>
          <p:spPr>
            <a:xfrm>
              <a:off x="1057297" y="3705725"/>
              <a:ext cx="5951960" cy="455976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Data : Bone Indices Count</a:t>
              </a:r>
              <a:endParaRPr lang="ko-KR" altLang="en-US" sz="1050" b="1" dirty="0">
                <a:solidFill>
                  <a:schemeClr val="tx1"/>
                </a:solidFill>
              </a:endParaRPr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9218EFAB-57A8-2016-DC13-5E6F176D33F3}"/>
                </a:ext>
              </a:extLst>
            </p:cNvPr>
            <p:cNvSpPr/>
            <p:nvPr/>
          </p:nvSpPr>
          <p:spPr>
            <a:xfrm>
              <a:off x="7009257" y="3705724"/>
              <a:ext cx="1335845" cy="455976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uint32_t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C398A990-5ABC-42D9-4CD1-60EEED8A290D}"/>
              </a:ext>
            </a:extLst>
          </p:cNvPr>
          <p:cNvGrpSpPr/>
          <p:nvPr/>
        </p:nvGrpSpPr>
        <p:grpSpPr>
          <a:xfrm>
            <a:off x="198455" y="4918509"/>
            <a:ext cx="7287805" cy="230004"/>
            <a:chOff x="1057297" y="3705724"/>
            <a:chExt cx="7287805" cy="455977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9CF388F6-985E-F6A0-77F2-CF4DD2ACA955}"/>
                </a:ext>
              </a:extLst>
            </p:cNvPr>
            <p:cNvSpPr/>
            <p:nvPr/>
          </p:nvSpPr>
          <p:spPr>
            <a:xfrm>
              <a:off x="1057297" y="3705725"/>
              <a:ext cx="5951960" cy="455976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Data : Bone Matrices Count</a:t>
              </a:r>
              <a:endParaRPr lang="ko-KR" altLang="en-US" sz="1050" b="1" dirty="0">
                <a:solidFill>
                  <a:schemeClr val="tx1"/>
                </a:solidFill>
              </a:endParaRP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CE7959D2-2B13-EB58-43E8-71644C147D4A}"/>
                </a:ext>
              </a:extLst>
            </p:cNvPr>
            <p:cNvSpPr/>
            <p:nvPr/>
          </p:nvSpPr>
          <p:spPr>
            <a:xfrm>
              <a:off x="7009257" y="3705724"/>
              <a:ext cx="1335845" cy="455976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uint32_t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16E2AA04-EEF7-FC8D-B6AA-6B46AE0474B4}"/>
              </a:ext>
            </a:extLst>
          </p:cNvPr>
          <p:cNvGrpSpPr/>
          <p:nvPr/>
        </p:nvGrpSpPr>
        <p:grpSpPr>
          <a:xfrm>
            <a:off x="198455" y="5144475"/>
            <a:ext cx="7287805" cy="230004"/>
            <a:chOff x="1057297" y="3705724"/>
            <a:chExt cx="7287805" cy="455977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8549215B-9013-AEEE-F71B-2037E0028EEA}"/>
                </a:ext>
              </a:extLst>
            </p:cNvPr>
            <p:cNvSpPr/>
            <p:nvPr/>
          </p:nvSpPr>
          <p:spPr>
            <a:xfrm>
              <a:off x="1057297" y="3705725"/>
              <a:ext cx="5951960" cy="455976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Data :  Offset Matices Count</a:t>
              </a:r>
              <a:endParaRPr lang="ko-KR" altLang="en-US" sz="1050" b="1" dirty="0">
                <a:solidFill>
                  <a:schemeClr val="tx1"/>
                </a:solidFill>
              </a:endParaRPr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2A354D6B-4318-15E3-D722-027A7C9CDEC0}"/>
                </a:ext>
              </a:extLst>
            </p:cNvPr>
            <p:cNvSpPr/>
            <p:nvPr/>
          </p:nvSpPr>
          <p:spPr>
            <a:xfrm>
              <a:off x="7009257" y="3705724"/>
              <a:ext cx="1335845" cy="455976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uint32_t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1F6F757C-8EFE-31BB-3A3E-AB3FBB401554}"/>
              </a:ext>
            </a:extLst>
          </p:cNvPr>
          <p:cNvGrpSpPr/>
          <p:nvPr/>
        </p:nvGrpSpPr>
        <p:grpSpPr>
          <a:xfrm>
            <a:off x="198455" y="5374477"/>
            <a:ext cx="7287805" cy="455977"/>
            <a:chOff x="1057297" y="3705724"/>
            <a:chExt cx="7287805" cy="455977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4D5B3983-D668-CE55-831B-829C898D29A0}"/>
                </a:ext>
              </a:extLst>
            </p:cNvPr>
            <p:cNvSpPr/>
            <p:nvPr/>
          </p:nvSpPr>
          <p:spPr>
            <a:xfrm>
              <a:off x="1057297" y="3705725"/>
              <a:ext cx="5951960" cy="455976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Data : Bone Indices data &lt;vector&gt;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6C2BD098-8F47-38F7-C1E7-D629DB0DA826}"/>
                </a:ext>
              </a:extLst>
            </p:cNvPr>
            <p:cNvSpPr/>
            <p:nvPr/>
          </p:nvSpPr>
          <p:spPr>
            <a:xfrm>
              <a:off x="7009257" y="3705724"/>
              <a:ext cx="1335845" cy="455976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uint32_t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61F80C28-B1A3-D1EC-16DD-32D6F429248C}"/>
              </a:ext>
            </a:extLst>
          </p:cNvPr>
          <p:cNvGrpSpPr/>
          <p:nvPr/>
        </p:nvGrpSpPr>
        <p:grpSpPr>
          <a:xfrm>
            <a:off x="198455" y="5830453"/>
            <a:ext cx="7287805" cy="455977"/>
            <a:chOff x="1057297" y="3705724"/>
            <a:chExt cx="7287805" cy="455977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AB67E512-2D4E-0FB0-1765-A4B11A637AED}"/>
                </a:ext>
              </a:extLst>
            </p:cNvPr>
            <p:cNvSpPr/>
            <p:nvPr/>
          </p:nvSpPr>
          <p:spPr>
            <a:xfrm>
              <a:off x="1057297" y="3705725"/>
              <a:ext cx="5951960" cy="455976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Data : Bone Matrices data &lt;vector&gt;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823853A9-401D-35ED-FF31-C11CBBA23C86}"/>
                </a:ext>
              </a:extLst>
            </p:cNvPr>
            <p:cNvSpPr/>
            <p:nvPr/>
          </p:nvSpPr>
          <p:spPr>
            <a:xfrm>
              <a:off x="7009257" y="3705724"/>
              <a:ext cx="1335845" cy="455976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XMFloat4x4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48E2B856-1C9F-9415-E22C-B7D889159799}"/>
              </a:ext>
            </a:extLst>
          </p:cNvPr>
          <p:cNvGrpSpPr/>
          <p:nvPr/>
        </p:nvGrpSpPr>
        <p:grpSpPr>
          <a:xfrm>
            <a:off x="198455" y="6286427"/>
            <a:ext cx="7287805" cy="455977"/>
            <a:chOff x="1057297" y="3705724"/>
            <a:chExt cx="7287805" cy="455977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517EB0F5-1A85-CCF8-153A-0F9A7BF8F1EE}"/>
                </a:ext>
              </a:extLst>
            </p:cNvPr>
            <p:cNvSpPr/>
            <p:nvPr/>
          </p:nvSpPr>
          <p:spPr>
            <a:xfrm>
              <a:off x="1057297" y="3705725"/>
              <a:ext cx="5951960" cy="455976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Data : Offset Matices data &lt;vector&gt;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A84AA24C-DE83-E5FF-58BA-11F0488417B4}"/>
                </a:ext>
              </a:extLst>
            </p:cNvPr>
            <p:cNvSpPr/>
            <p:nvPr/>
          </p:nvSpPr>
          <p:spPr>
            <a:xfrm>
              <a:off x="7009257" y="3705724"/>
              <a:ext cx="1335845" cy="455976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XMFloat4x4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65" name="그림 64">
            <a:extLst>
              <a:ext uri="{FF2B5EF4-FFF2-40B4-BE49-F238E27FC236}">
                <a16:creationId xmlns:a16="http://schemas.microsoft.com/office/drawing/2014/main" id="{D70A44C3-D8B9-E5C7-7526-123221F6C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2761" y="281836"/>
            <a:ext cx="4439615" cy="2593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805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B342E-F504-E790-FD1B-7D5307FD2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>
            <a:extLst>
              <a:ext uri="{FF2B5EF4-FFF2-40B4-BE49-F238E27FC236}">
                <a16:creationId xmlns:a16="http://schemas.microsoft.com/office/drawing/2014/main" id="{8CE5A568-7050-638B-2448-E9C164ACC31A}"/>
              </a:ext>
            </a:extLst>
          </p:cNvPr>
          <p:cNvGrpSpPr/>
          <p:nvPr/>
        </p:nvGrpSpPr>
        <p:grpSpPr>
          <a:xfrm>
            <a:off x="198456" y="749459"/>
            <a:ext cx="7287805" cy="455976"/>
            <a:chOff x="1057298" y="923087"/>
            <a:chExt cx="9206317" cy="576774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E97A7E2D-4E6B-CEDC-3FCF-D1A9DA39E8C5}"/>
                </a:ext>
              </a:extLst>
            </p:cNvPr>
            <p:cNvSpPr/>
            <p:nvPr/>
          </p:nvSpPr>
          <p:spPr>
            <a:xfrm>
              <a:off x="1057298" y="923087"/>
              <a:ext cx="7518811" cy="57677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Header : CHUNCKTYPE::CHUNCK_MATERIAL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8D5D4412-6E00-7318-E416-463CFB2F7E5A}"/>
                </a:ext>
              </a:extLst>
            </p:cNvPr>
            <p:cNvSpPr/>
            <p:nvPr/>
          </p:nvSpPr>
          <p:spPr>
            <a:xfrm>
              <a:off x="8576109" y="923087"/>
              <a:ext cx="1687506" cy="57677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uint32_t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0A9BB15-65CD-70D4-D2E7-53344870AE55}"/>
              </a:ext>
            </a:extLst>
          </p:cNvPr>
          <p:cNvGrpSpPr/>
          <p:nvPr/>
        </p:nvGrpSpPr>
        <p:grpSpPr>
          <a:xfrm>
            <a:off x="198456" y="284696"/>
            <a:ext cx="7287805" cy="464763"/>
            <a:chOff x="1057298" y="335198"/>
            <a:chExt cx="9206317" cy="587889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595BCA09-7F15-51EF-4096-29FF2013C5DB}"/>
                </a:ext>
              </a:extLst>
            </p:cNvPr>
            <p:cNvSpPr/>
            <p:nvPr/>
          </p:nvSpPr>
          <p:spPr>
            <a:xfrm>
              <a:off x="1057298" y="335198"/>
              <a:ext cx="7518811" cy="57677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b="1" dirty="0">
                  <a:solidFill>
                    <a:schemeClr val="tx1"/>
                  </a:solidFill>
                </a:rPr>
                <a:t>Material</a:t>
              </a:r>
              <a:endParaRPr lang="ko-KR" altLang="en-US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24634874-2E8A-E3C2-D2FD-BE345B1ACDB4}"/>
                </a:ext>
              </a:extLst>
            </p:cNvPr>
            <p:cNvSpPr/>
            <p:nvPr/>
          </p:nvSpPr>
          <p:spPr>
            <a:xfrm>
              <a:off x="8576110" y="346313"/>
              <a:ext cx="1687505" cy="57677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dirty="0">
                  <a:solidFill>
                    <a:schemeClr val="tx1"/>
                  </a:solidFill>
                </a:rPr>
                <a:t>TYPE</a:t>
              </a:r>
              <a:endParaRPr lang="ko-KR" altLang="en-US" sz="14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D1A822DE-042B-0FED-DBA9-3769C065A53D}"/>
              </a:ext>
            </a:extLst>
          </p:cNvPr>
          <p:cNvGrpSpPr/>
          <p:nvPr/>
        </p:nvGrpSpPr>
        <p:grpSpPr>
          <a:xfrm>
            <a:off x="198456" y="1214223"/>
            <a:ext cx="7287805" cy="455976"/>
            <a:chOff x="1057298" y="923087"/>
            <a:chExt cx="9206317" cy="576774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06D8C3EE-5173-E11A-1A74-3252CCA83F98}"/>
                </a:ext>
              </a:extLst>
            </p:cNvPr>
            <p:cNvSpPr/>
            <p:nvPr/>
          </p:nvSpPr>
          <p:spPr>
            <a:xfrm>
              <a:off x="1057298" y="923087"/>
              <a:ext cx="7518811" cy="57677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Data : Material Count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E8BD1DC1-A2E8-854B-B41B-F426298CBA84}"/>
                </a:ext>
              </a:extLst>
            </p:cNvPr>
            <p:cNvSpPr/>
            <p:nvPr/>
          </p:nvSpPr>
          <p:spPr>
            <a:xfrm>
              <a:off x="8576109" y="923087"/>
              <a:ext cx="1687506" cy="57677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uint32_t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6A11F979-2AB0-040A-3DD1-6E855AFBF5A2}"/>
              </a:ext>
            </a:extLst>
          </p:cNvPr>
          <p:cNvCxnSpPr>
            <a:cxnSpLocks/>
            <a:stCxn id="14" idx="2"/>
            <a:endCxn id="21" idx="0"/>
          </p:cNvCxnSpPr>
          <p:nvPr/>
        </p:nvCxnSpPr>
        <p:spPr>
          <a:xfrm flipH="1">
            <a:off x="3174435" y="1670199"/>
            <a:ext cx="1" cy="3849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1FDE640D-208B-5D2B-DDCB-784C9706EB5E}"/>
              </a:ext>
            </a:extLst>
          </p:cNvPr>
          <p:cNvSpPr txBox="1"/>
          <p:nvPr/>
        </p:nvSpPr>
        <p:spPr>
          <a:xfrm>
            <a:off x="3392175" y="1678987"/>
            <a:ext cx="36727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LOOP DATA : Material Count</a:t>
            </a:r>
            <a:endParaRPr lang="ko-KR" altLang="en-US" sz="1600" dirty="0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DBA3CEBB-AD16-BE7A-C4A0-95F4C3AC9988}"/>
              </a:ext>
            </a:extLst>
          </p:cNvPr>
          <p:cNvGrpSpPr/>
          <p:nvPr/>
        </p:nvGrpSpPr>
        <p:grpSpPr>
          <a:xfrm>
            <a:off x="198455" y="2055109"/>
            <a:ext cx="7287805" cy="455976"/>
            <a:chOff x="1057298" y="923087"/>
            <a:chExt cx="9206317" cy="576774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B08CCA48-D723-0E45-D304-67D627BA37AF}"/>
                </a:ext>
              </a:extLst>
            </p:cNvPr>
            <p:cNvSpPr/>
            <p:nvPr/>
          </p:nvSpPr>
          <p:spPr>
            <a:xfrm>
              <a:off x="1057298" y="923087"/>
              <a:ext cx="7518811" cy="57677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Data : Material Number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96DAAA11-ED2C-7807-8E17-114FEDFE1CB4}"/>
                </a:ext>
              </a:extLst>
            </p:cNvPr>
            <p:cNvSpPr/>
            <p:nvPr/>
          </p:nvSpPr>
          <p:spPr>
            <a:xfrm>
              <a:off x="8576109" y="923087"/>
              <a:ext cx="1687506" cy="57677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uint32_t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31BE4010-3DB1-CE63-1509-8B6ACD44B9DC}"/>
              </a:ext>
            </a:extLst>
          </p:cNvPr>
          <p:cNvGrpSpPr/>
          <p:nvPr/>
        </p:nvGrpSpPr>
        <p:grpSpPr>
          <a:xfrm>
            <a:off x="198455" y="2511085"/>
            <a:ext cx="7287805" cy="455976"/>
            <a:chOff x="1057298" y="923087"/>
            <a:chExt cx="9206317" cy="576774"/>
          </a:xfrm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2CE23D3D-FA82-7C94-00D3-D8E4F9F45B69}"/>
                </a:ext>
              </a:extLst>
            </p:cNvPr>
            <p:cNvSpPr/>
            <p:nvPr/>
          </p:nvSpPr>
          <p:spPr>
            <a:xfrm>
              <a:off x="1057298" y="923087"/>
              <a:ext cx="7518811" cy="57677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Data : Texture Type Count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82DF0688-E9A5-3E46-126A-9401F556A490}"/>
                </a:ext>
              </a:extLst>
            </p:cNvPr>
            <p:cNvSpPr/>
            <p:nvPr/>
          </p:nvSpPr>
          <p:spPr>
            <a:xfrm>
              <a:off x="8576109" y="923087"/>
              <a:ext cx="1687506" cy="57677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uint32_t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71F1A9C9-855D-4911-B573-597CF5B2C080}"/>
              </a:ext>
            </a:extLst>
          </p:cNvPr>
          <p:cNvGrpSpPr/>
          <p:nvPr/>
        </p:nvGrpSpPr>
        <p:grpSpPr>
          <a:xfrm>
            <a:off x="198456" y="3343178"/>
            <a:ext cx="7287805" cy="455976"/>
            <a:chOff x="1057298" y="923087"/>
            <a:chExt cx="9206317" cy="576774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0CB6B268-632B-975B-D071-342772067AAB}"/>
                </a:ext>
              </a:extLst>
            </p:cNvPr>
            <p:cNvSpPr/>
            <p:nvPr/>
          </p:nvSpPr>
          <p:spPr>
            <a:xfrm>
              <a:off x="1057298" y="923087"/>
              <a:ext cx="7518811" cy="57677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Data :TEXTURETYPE::TYPE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148596DB-C296-2A6D-AA89-A8FD175F1D51}"/>
                </a:ext>
              </a:extLst>
            </p:cNvPr>
            <p:cNvSpPr/>
            <p:nvPr/>
          </p:nvSpPr>
          <p:spPr>
            <a:xfrm>
              <a:off x="8576109" y="923087"/>
              <a:ext cx="1687506" cy="57677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uint32_t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F5327F9E-874C-3A48-99FB-952E00655481}"/>
              </a:ext>
            </a:extLst>
          </p:cNvPr>
          <p:cNvGrpSpPr/>
          <p:nvPr/>
        </p:nvGrpSpPr>
        <p:grpSpPr>
          <a:xfrm>
            <a:off x="198455" y="3787986"/>
            <a:ext cx="7287805" cy="455977"/>
            <a:chOff x="1057297" y="3705724"/>
            <a:chExt cx="7287805" cy="455977"/>
          </a:xfrm>
        </p:grpSpPr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B34E9D40-95AC-3CB0-C47E-DDDB2589F6E3}"/>
                </a:ext>
              </a:extLst>
            </p:cNvPr>
            <p:cNvSpPr/>
            <p:nvPr/>
          </p:nvSpPr>
          <p:spPr>
            <a:xfrm>
              <a:off x="1057297" y="3705725"/>
              <a:ext cx="5951960" cy="45597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Data : Texture number :: </a:t>
              </a:r>
              <a:r>
                <a:rPr lang="ko-KR" altLang="en-US" sz="1600" dirty="0">
                  <a:solidFill>
                    <a:schemeClr val="tx1"/>
                  </a:solidFill>
                </a:rPr>
                <a:t>개수가 아님</a:t>
              </a: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01F822B2-4313-7C34-FD18-7A768B07C08A}"/>
                </a:ext>
              </a:extLst>
            </p:cNvPr>
            <p:cNvSpPr/>
            <p:nvPr/>
          </p:nvSpPr>
          <p:spPr>
            <a:xfrm>
              <a:off x="7009257" y="3705724"/>
              <a:ext cx="1335845" cy="45597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uint32_t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CEF50699-8F10-2868-CD61-FC7520ADBC86}"/>
              </a:ext>
            </a:extLst>
          </p:cNvPr>
          <p:cNvGrpSpPr/>
          <p:nvPr/>
        </p:nvGrpSpPr>
        <p:grpSpPr>
          <a:xfrm>
            <a:off x="198455" y="4443987"/>
            <a:ext cx="7287805" cy="455977"/>
            <a:chOff x="1057297" y="3705724"/>
            <a:chExt cx="7287805" cy="455977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E97A0C1D-8295-B918-5C7E-E0275093754A}"/>
                </a:ext>
              </a:extLst>
            </p:cNvPr>
            <p:cNvSpPr/>
            <p:nvPr/>
          </p:nvSpPr>
          <p:spPr>
            <a:xfrm>
              <a:off x="1057297" y="3705725"/>
              <a:ext cx="5951960" cy="45597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Data : File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42581A62-0EB0-9FBD-318B-0EF5081B20FA}"/>
                </a:ext>
              </a:extLst>
            </p:cNvPr>
            <p:cNvSpPr/>
            <p:nvPr/>
          </p:nvSpPr>
          <p:spPr>
            <a:xfrm>
              <a:off x="7009257" y="3705724"/>
              <a:ext cx="1335845" cy="45597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string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C5417F9E-8DA4-03F0-0A64-2A54B418EEA7}"/>
              </a:ext>
            </a:extLst>
          </p:cNvPr>
          <p:cNvCxnSpPr>
            <a:cxnSpLocks/>
          </p:cNvCxnSpPr>
          <p:nvPr/>
        </p:nvCxnSpPr>
        <p:spPr>
          <a:xfrm flipH="1">
            <a:off x="3174435" y="2958268"/>
            <a:ext cx="1" cy="3849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203F4F92-A32C-92AC-C425-E846E3CF808B}"/>
              </a:ext>
            </a:extLst>
          </p:cNvPr>
          <p:cNvSpPr txBox="1"/>
          <p:nvPr/>
        </p:nvSpPr>
        <p:spPr>
          <a:xfrm>
            <a:off x="3392175" y="2967056"/>
            <a:ext cx="36727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LOOP DATA : Texture Type Count</a:t>
            </a:r>
            <a:endParaRPr lang="ko-KR" altLang="en-US" sz="1600" dirty="0"/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476977E8-013F-6848-CC66-E9E9CF9C81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55" y="5861458"/>
            <a:ext cx="11340376" cy="960234"/>
          </a:xfrm>
          <a:prstGeom prst="rect">
            <a:avLst/>
          </a:prstGeom>
        </p:spPr>
      </p:pic>
      <p:grpSp>
        <p:nvGrpSpPr>
          <p:cNvPr id="50" name="그룹 49">
            <a:extLst>
              <a:ext uri="{FF2B5EF4-FFF2-40B4-BE49-F238E27FC236}">
                <a16:creationId xmlns:a16="http://schemas.microsoft.com/office/drawing/2014/main" id="{DDE5CC57-3CBD-89A8-7818-C4371989C8AF}"/>
              </a:ext>
            </a:extLst>
          </p:cNvPr>
          <p:cNvGrpSpPr/>
          <p:nvPr/>
        </p:nvGrpSpPr>
        <p:grpSpPr>
          <a:xfrm>
            <a:off x="198455" y="5054279"/>
            <a:ext cx="7287805" cy="455977"/>
            <a:chOff x="1057297" y="3705724"/>
            <a:chExt cx="7287805" cy="455977"/>
          </a:xfrm>
        </p:grpSpPr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F4AD54A4-FC15-0A1F-EC3C-43D6671567E8}"/>
                </a:ext>
              </a:extLst>
            </p:cNvPr>
            <p:cNvSpPr/>
            <p:nvPr/>
          </p:nvSpPr>
          <p:spPr>
            <a:xfrm>
              <a:off x="1057297" y="3705725"/>
              <a:ext cx="5951960" cy="45597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Data : Ext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449F6144-BEF6-19C3-D99D-BA5A7854DC16}"/>
                </a:ext>
              </a:extLst>
            </p:cNvPr>
            <p:cNvSpPr/>
            <p:nvPr/>
          </p:nvSpPr>
          <p:spPr>
            <a:xfrm>
              <a:off x="7009257" y="3705724"/>
              <a:ext cx="1335845" cy="45597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string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54" name="그림 53">
            <a:extLst>
              <a:ext uri="{FF2B5EF4-FFF2-40B4-BE49-F238E27FC236}">
                <a16:creationId xmlns:a16="http://schemas.microsoft.com/office/drawing/2014/main" id="{B4B493AD-B58E-B159-AC3E-11E6FB46DD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299" y="2104096"/>
            <a:ext cx="3629532" cy="1495634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8C33E97A-B83F-0B62-699A-23EBADE632A8}"/>
              </a:ext>
            </a:extLst>
          </p:cNvPr>
          <p:cNvSpPr txBox="1"/>
          <p:nvPr/>
        </p:nvSpPr>
        <p:spPr>
          <a:xfrm>
            <a:off x="7909299" y="3822670"/>
            <a:ext cx="36933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해당하는 </a:t>
            </a:r>
            <a:r>
              <a:rPr lang="en-US" altLang="ko-KR" dirty="0"/>
              <a:t>TYPE</a:t>
            </a:r>
            <a:r>
              <a:rPr lang="ko-KR" altLang="en-US" dirty="0"/>
              <a:t>에 따라 저장된 정보들을 읽어주면 된다</a:t>
            </a:r>
            <a:r>
              <a:rPr lang="en-US" altLang="ko-KR" dirty="0"/>
              <a:t>.</a:t>
            </a:r>
          </a:p>
          <a:p>
            <a:pPr algn="ctr"/>
            <a:r>
              <a:rPr lang="en-US" altLang="ko-KR" dirty="0"/>
              <a:t>String</a:t>
            </a:r>
            <a:r>
              <a:rPr lang="ko-KR" altLang="en-US" dirty="0"/>
              <a:t>은 위 </a:t>
            </a:r>
            <a:r>
              <a:rPr lang="en-US" altLang="ko-KR" dirty="0"/>
              <a:t>file Path, File Name</a:t>
            </a:r>
          </a:p>
          <a:p>
            <a:pPr algn="ctr"/>
            <a:r>
              <a:rPr lang="ko-KR" altLang="en-US" dirty="0" err="1"/>
              <a:t>처럼</a:t>
            </a:r>
            <a:r>
              <a:rPr lang="ko-KR" altLang="en-US" dirty="0"/>
              <a:t> 읽어주면 된다</a:t>
            </a:r>
            <a:r>
              <a:rPr lang="en-US" altLang="ko-KR" dirty="0"/>
              <a:t>.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E3E59BB-67BB-40BB-27F8-520463ACAAAD}"/>
              </a:ext>
            </a:extLst>
          </p:cNvPr>
          <p:cNvSpPr txBox="1"/>
          <p:nvPr/>
        </p:nvSpPr>
        <p:spPr>
          <a:xfrm>
            <a:off x="198454" y="5444976"/>
            <a:ext cx="11269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저장된 정보 </a:t>
            </a:r>
            <a:r>
              <a:rPr lang="en-US" altLang="ko-KR" dirty="0"/>
              <a:t>ex)</a:t>
            </a:r>
            <a:r>
              <a:rPr lang="ko-KR" altLang="en-US" dirty="0"/>
              <a:t> </a:t>
            </a:r>
            <a:r>
              <a:rPr lang="en-US" altLang="ko-KR" dirty="0"/>
              <a:t>File</a:t>
            </a:r>
            <a:r>
              <a:rPr lang="ko-KR" altLang="en-US" dirty="0"/>
              <a:t> </a:t>
            </a:r>
            <a:r>
              <a:rPr lang="en-US" altLang="ko-KR" dirty="0"/>
              <a:t>“</a:t>
            </a:r>
            <a:r>
              <a:rPr lang="en-US" altLang="ko-KR" dirty="0" err="1"/>
              <a:t>Player_Duck_Tex_AlbedoTint</a:t>
            </a:r>
            <a:r>
              <a:rPr lang="en-US" altLang="ko-KR" dirty="0"/>
              <a:t>” , Ext “.</a:t>
            </a:r>
            <a:r>
              <a:rPr lang="en-US" altLang="ko-KR" dirty="0" err="1"/>
              <a:t>png</a:t>
            </a:r>
            <a:r>
              <a:rPr lang="en-US" altLang="ko-KR" dirty="0"/>
              <a:t>”  </a:t>
            </a:r>
            <a:r>
              <a:rPr lang="ko-KR" altLang="en-US" dirty="0"/>
              <a:t>로 나오면 잘 </a:t>
            </a:r>
            <a:r>
              <a:rPr lang="ko-KR" altLang="en-US" dirty="0" err="1"/>
              <a:t>된거임</a:t>
            </a:r>
            <a:endParaRPr lang="en-US" altLang="ko-KR" dirty="0"/>
          </a:p>
        </p:txBody>
      </p:sp>
      <p:pic>
        <p:nvPicPr>
          <p:cNvPr id="58" name="그림 57">
            <a:extLst>
              <a:ext uri="{FF2B5EF4-FFF2-40B4-BE49-F238E27FC236}">
                <a16:creationId xmlns:a16="http://schemas.microsoft.com/office/drawing/2014/main" id="{0478F961-D6E8-0374-EB06-2004349B75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299" y="311650"/>
            <a:ext cx="4047674" cy="1569506"/>
          </a:xfrm>
          <a:prstGeom prst="rect">
            <a:avLst/>
          </a:prstGeom>
        </p:spPr>
      </p:pic>
      <p:grpSp>
        <p:nvGrpSpPr>
          <p:cNvPr id="59" name="그룹 58">
            <a:extLst>
              <a:ext uri="{FF2B5EF4-FFF2-40B4-BE49-F238E27FC236}">
                <a16:creationId xmlns:a16="http://schemas.microsoft.com/office/drawing/2014/main" id="{403DE6BE-69BC-C2B5-A198-A923CD542641}"/>
              </a:ext>
            </a:extLst>
          </p:cNvPr>
          <p:cNvGrpSpPr/>
          <p:nvPr/>
        </p:nvGrpSpPr>
        <p:grpSpPr>
          <a:xfrm>
            <a:off x="198454" y="4243962"/>
            <a:ext cx="7287805" cy="200025"/>
            <a:chOff x="1057297" y="3705724"/>
            <a:chExt cx="7287805" cy="455977"/>
          </a:xfrm>
        </p:grpSpPr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B71ED4DA-1EC5-96E4-9A5F-B70953B66516}"/>
                </a:ext>
              </a:extLst>
            </p:cNvPr>
            <p:cNvSpPr/>
            <p:nvPr/>
          </p:nvSpPr>
          <p:spPr>
            <a:xfrm>
              <a:off x="1057297" y="3705725"/>
              <a:ext cx="5951960" cy="45597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Data : File </a:t>
              </a:r>
              <a:r>
                <a:rPr lang="en-US" altLang="ko-KR" sz="1600" dirty="0" err="1">
                  <a:solidFill>
                    <a:schemeClr val="tx1"/>
                  </a:solidFill>
                </a:rPr>
                <a:t>len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8A8A88E7-5E44-374A-FA75-A792218C37A3}"/>
                </a:ext>
              </a:extLst>
            </p:cNvPr>
            <p:cNvSpPr/>
            <p:nvPr/>
          </p:nvSpPr>
          <p:spPr>
            <a:xfrm>
              <a:off x="7009257" y="3705724"/>
              <a:ext cx="1335845" cy="45597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uint32_t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677FBC1D-8659-0609-2E6E-31FD9E5F4781}"/>
              </a:ext>
            </a:extLst>
          </p:cNvPr>
          <p:cNvGrpSpPr/>
          <p:nvPr/>
        </p:nvGrpSpPr>
        <p:grpSpPr>
          <a:xfrm>
            <a:off x="198454" y="4891662"/>
            <a:ext cx="7287805" cy="200025"/>
            <a:chOff x="1057297" y="3705724"/>
            <a:chExt cx="7287805" cy="455977"/>
          </a:xfrm>
        </p:grpSpPr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3418C9F7-C656-9032-0289-5279CD0E77AD}"/>
                </a:ext>
              </a:extLst>
            </p:cNvPr>
            <p:cNvSpPr/>
            <p:nvPr/>
          </p:nvSpPr>
          <p:spPr>
            <a:xfrm>
              <a:off x="1057297" y="3705725"/>
              <a:ext cx="5951960" cy="45597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Data : Ext </a:t>
              </a:r>
              <a:r>
                <a:rPr lang="en-US" altLang="ko-KR" sz="1600" dirty="0" err="1">
                  <a:solidFill>
                    <a:schemeClr val="tx1"/>
                  </a:solidFill>
                </a:rPr>
                <a:t>len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8388D77F-0531-4F89-A14E-9EF59E0069F3}"/>
                </a:ext>
              </a:extLst>
            </p:cNvPr>
            <p:cNvSpPr/>
            <p:nvPr/>
          </p:nvSpPr>
          <p:spPr>
            <a:xfrm>
              <a:off x="7009257" y="3705724"/>
              <a:ext cx="1335845" cy="45597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uint32_t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31392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565</Words>
  <Application>Microsoft Office PowerPoint</Application>
  <PresentationFormat>와이드스크린</PresentationFormat>
  <Paragraphs>134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민수 김</dc:creator>
  <cp:lastModifiedBy>민수 김</cp:lastModifiedBy>
  <cp:revision>3</cp:revision>
  <dcterms:created xsi:type="dcterms:W3CDTF">2026-04-28T06:57:33Z</dcterms:created>
  <dcterms:modified xsi:type="dcterms:W3CDTF">2026-04-28T11:18:42Z</dcterms:modified>
</cp:coreProperties>
</file>